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Amatic SC"/>
      <p:regular r:id="rId22"/>
      <p:bold r:id="rId23"/>
    </p:embeddedFont>
    <p:embeddedFont>
      <p:font typeface="Roboto Condensed"/>
      <p:regular r:id="rId24"/>
      <p:bold r:id="rId25"/>
      <p:italic r:id="rId26"/>
      <p:boldItalic r:id="rId27"/>
    </p:embeddedFont>
    <p:embeddedFont>
      <p:font typeface="Roboto Mon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maticSC-regular.fntdata"/><Relationship Id="rId21" Type="http://schemas.openxmlformats.org/officeDocument/2006/relationships/slide" Target="slides/slide17.xml"/><Relationship Id="rId24" Type="http://schemas.openxmlformats.org/officeDocument/2006/relationships/font" Target="fonts/RobotoCondensed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Condensed-italic.fntdata"/><Relationship Id="rId25" Type="http://schemas.openxmlformats.org/officeDocument/2006/relationships/font" Target="fonts/RobotoCondensed-bold.fntdata"/><Relationship Id="rId28" Type="http://schemas.openxmlformats.org/officeDocument/2006/relationships/font" Target="fonts/RobotoMono-regular.fntdata"/><Relationship Id="rId27" Type="http://schemas.openxmlformats.org/officeDocument/2006/relationships/font" Target="fonts/RobotoCondense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Italic.fntdata"/><Relationship Id="rId30" Type="http://schemas.openxmlformats.org/officeDocument/2006/relationships/font" Target="fonts/RobotoMon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b18f4893d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b18f4893d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b18f4893d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b18f4893d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990362b7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990362b7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b18f4893d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b18f4893d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12261a19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12261a19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12261a19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12261a19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12261a19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912261a19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912261a19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912261a19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d990362b7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d990362b7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b22198a46b_0_6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b22198a46b_0_6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d990362b7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d990362b7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b22198a46b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b22198a46b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d990362b7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d990362b7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b18f4893d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b18f4893d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912261a19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912261a19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912261a19e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912261a19e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628475" y="488452"/>
            <a:ext cx="5886900" cy="16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b="1" sz="6000">
                <a:latin typeface="Amatic SC"/>
                <a:ea typeface="Amatic SC"/>
                <a:cs typeface="Amatic SC"/>
                <a:sym typeface="Amatic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628475" y="2164081"/>
            <a:ext cx="58869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900513" y="2052448"/>
            <a:ext cx="3342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2900588" y="2992650"/>
            <a:ext cx="3342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133925" y="1151550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139700"/>
            <a:ext cx="7704000" cy="34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15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AutoNum type="romanLcPeriod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1114425" y="2762250"/>
            <a:ext cx="3007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5021652" y="2762250"/>
            <a:ext cx="3007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5021676" y="3036500"/>
            <a:ext cx="3007800" cy="12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1114450" y="3036500"/>
            <a:ext cx="3007800" cy="12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1842150" y="368825"/>
            <a:ext cx="54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subTitle"/>
          </p:nvPr>
        </p:nvSpPr>
        <p:spPr>
          <a:xfrm>
            <a:off x="2189400" y="1317325"/>
            <a:ext cx="4765200" cy="28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388100" y="1638300"/>
            <a:ext cx="6367800" cy="171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1394474" y="1517875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9"/>
          <p:cNvSpPr txBox="1"/>
          <p:nvPr>
            <p:ph idx="1" type="subTitle"/>
          </p:nvPr>
        </p:nvSpPr>
        <p:spPr>
          <a:xfrm>
            <a:off x="1394474" y="2487750"/>
            <a:ext cx="32235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3244800"/>
            <a:ext cx="3023400" cy="13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hasCustomPrompt="1" type="title"/>
          </p:nvPr>
        </p:nvSpPr>
        <p:spPr>
          <a:xfrm>
            <a:off x="720000" y="1467400"/>
            <a:ext cx="77040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195550" y="3293000"/>
            <a:ext cx="4752900" cy="3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1979025" y="1685925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2" type="subTitle"/>
          </p:nvPr>
        </p:nvSpPr>
        <p:spPr>
          <a:xfrm>
            <a:off x="5536900" y="1685925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3" type="subTitle"/>
          </p:nvPr>
        </p:nvSpPr>
        <p:spPr>
          <a:xfrm>
            <a:off x="5536900" y="1912550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4" type="subTitle"/>
          </p:nvPr>
        </p:nvSpPr>
        <p:spPr>
          <a:xfrm>
            <a:off x="1979025" y="1912550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5" type="subTitle"/>
          </p:nvPr>
        </p:nvSpPr>
        <p:spPr>
          <a:xfrm>
            <a:off x="1979025" y="3098600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6" type="subTitle"/>
          </p:nvPr>
        </p:nvSpPr>
        <p:spPr>
          <a:xfrm>
            <a:off x="5536900" y="3098600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7" type="subTitle"/>
          </p:nvPr>
        </p:nvSpPr>
        <p:spPr>
          <a:xfrm>
            <a:off x="5536900" y="3325175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8" type="subTitle"/>
          </p:nvPr>
        </p:nvSpPr>
        <p:spPr>
          <a:xfrm>
            <a:off x="1979025" y="3325175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9" type="title"/>
          </p:nvPr>
        </p:nvSpPr>
        <p:spPr>
          <a:xfrm>
            <a:off x="1072451" y="191515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hasCustomPrompt="1" idx="13" type="title"/>
          </p:nvPr>
        </p:nvSpPr>
        <p:spPr>
          <a:xfrm>
            <a:off x="4678514" y="19152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hasCustomPrompt="1" idx="14" type="title"/>
          </p:nvPr>
        </p:nvSpPr>
        <p:spPr>
          <a:xfrm>
            <a:off x="1072451" y="33058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hasCustomPrompt="1" idx="15" type="title"/>
          </p:nvPr>
        </p:nvSpPr>
        <p:spPr>
          <a:xfrm>
            <a:off x="4678514" y="33058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5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707325" y="2806750"/>
            <a:ext cx="2338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707325" y="3036450"/>
            <a:ext cx="2338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hasCustomPrompt="1" idx="3" type="title"/>
          </p:nvPr>
        </p:nvSpPr>
        <p:spPr>
          <a:xfrm>
            <a:off x="1517175" y="1931624"/>
            <a:ext cx="7191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9" name="Google Shape;59;p14"/>
          <p:cNvSpPr txBox="1"/>
          <p:nvPr>
            <p:ph idx="4" type="subTitle"/>
          </p:nvPr>
        </p:nvSpPr>
        <p:spPr>
          <a:xfrm>
            <a:off x="3402600" y="2806750"/>
            <a:ext cx="2338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5" type="subTitle"/>
          </p:nvPr>
        </p:nvSpPr>
        <p:spPr>
          <a:xfrm>
            <a:off x="3402600" y="3036450"/>
            <a:ext cx="2338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hasCustomPrompt="1" idx="6" type="title"/>
          </p:nvPr>
        </p:nvSpPr>
        <p:spPr>
          <a:xfrm>
            <a:off x="4212450" y="1931624"/>
            <a:ext cx="7191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2" name="Google Shape;62;p14"/>
          <p:cNvSpPr txBox="1"/>
          <p:nvPr>
            <p:ph idx="7" type="subTitle"/>
          </p:nvPr>
        </p:nvSpPr>
        <p:spPr>
          <a:xfrm>
            <a:off x="6097875" y="2806750"/>
            <a:ext cx="2338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8" type="subTitle"/>
          </p:nvPr>
        </p:nvSpPr>
        <p:spPr>
          <a:xfrm>
            <a:off x="6097875" y="3036450"/>
            <a:ext cx="23388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hasCustomPrompt="1" idx="9" type="title"/>
          </p:nvPr>
        </p:nvSpPr>
        <p:spPr>
          <a:xfrm>
            <a:off x="6907725" y="1931624"/>
            <a:ext cx="7191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593350" y="3201275"/>
            <a:ext cx="395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2593350" y="1293350"/>
            <a:ext cx="3957300" cy="19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490113" y="3056400"/>
            <a:ext cx="488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490113" y="1514400"/>
            <a:ext cx="48897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8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3512913" y="1828398"/>
            <a:ext cx="3342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" name="Google Shape;73;p17"/>
          <p:cNvSpPr txBox="1"/>
          <p:nvPr>
            <p:ph idx="1" type="subTitle"/>
          </p:nvPr>
        </p:nvSpPr>
        <p:spPr>
          <a:xfrm>
            <a:off x="3512988" y="2768600"/>
            <a:ext cx="3342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hasCustomPrompt="1" idx="2" type="title"/>
          </p:nvPr>
        </p:nvSpPr>
        <p:spPr>
          <a:xfrm>
            <a:off x="2313300" y="2270525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8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2379323" y="1821925"/>
            <a:ext cx="4565700" cy="102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7" name="Google Shape;77;p18"/>
          <p:cNvSpPr txBox="1"/>
          <p:nvPr>
            <p:ph idx="1" type="subTitle"/>
          </p:nvPr>
        </p:nvSpPr>
        <p:spPr>
          <a:xfrm>
            <a:off x="2379325" y="2873425"/>
            <a:ext cx="37287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hasCustomPrompt="1" idx="2" type="title"/>
          </p:nvPr>
        </p:nvSpPr>
        <p:spPr>
          <a:xfrm>
            <a:off x="1249013" y="2206250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Font typeface="Roboto Mono"/>
              <a:buNone/>
              <a:defRPr sz="8000">
                <a:solidFill>
                  <a:schemeClr val="accent1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idx="1" type="subTitle"/>
          </p:nvPr>
        </p:nvSpPr>
        <p:spPr>
          <a:xfrm>
            <a:off x="720000" y="2122175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81" name="Google Shape;81;p19"/>
          <p:cNvSpPr txBox="1"/>
          <p:nvPr>
            <p:ph idx="2" type="subTitle"/>
          </p:nvPr>
        </p:nvSpPr>
        <p:spPr>
          <a:xfrm>
            <a:off x="6764050" y="2122175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82" name="Google Shape;82;p19"/>
          <p:cNvSpPr txBox="1"/>
          <p:nvPr>
            <p:ph idx="3" type="subTitle"/>
          </p:nvPr>
        </p:nvSpPr>
        <p:spPr>
          <a:xfrm>
            <a:off x="720000" y="3622550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83" name="Google Shape;83;p19"/>
          <p:cNvSpPr txBox="1"/>
          <p:nvPr>
            <p:ph idx="4" type="subTitle"/>
          </p:nvPr>
        </p:nvSpPr>
        <p:spPr>
          <a:xfrm>
            <a:off x="6764050" y="3622550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5" type="subTitle"/>
          </p:nvPr>
        </p:nvSpPr>
        <p:spPr>
          <a:xfrm>
            <a:off x="2674150" y="1155375"/>
            <a:ext cx="3783900" cy="4137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subTitle"/>
          </p:nvPr>
        </p:nvSpPr>
        <p:spPr>
          <a:xfrm>
            <a:off x="3941400" y="1576844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2" type="subTitle"/>
          </p:nvPr>
        </p:nvSpPr>
        <p:spPr>
          <a:xfrm>
            <a:off x="2543700" y="3196732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3" type="subTitle"/>
          </p:nvPr>
        </p:nvSpPr>
        <p:spPr>
          <a:xfrm>
            <a:off x="2543700" y="3449325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4" type="subTitle"/>
          </p:nvPr>
        </p:nvSpPr>
        <p:spPr>
          <a:xfrm>
            <a:off x="3941400" y="1829438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720000" y="2160700"/>
            <a:ext cx="2499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4" name="Google Shape;94;p21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2" type="subTitle"/>
          </p:nvPr>
        </p:nvSpPr>
        <p:spPr>
          <a:xfrm>
            <a:off x="2272850" y="1133856"/>
            <a:ext cx="4586700" cy="210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3" type="subTitle"/>
          </p:nvPr>
        </p:nvSpPr>
        <p:spPr>
          <a:xfrm>
            <a:off x="720000" y="3655050"/>
            <a:ext cx="2499600" cy="64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7" name="Google Shape;97;p21"/>
          <p:cNvSpPr txBox="1"/>
          <p:nvPr>
            <p:ph idx="4" type="subTitle"/>
          </p:nvPr>
        </p:nvSpPr>
        <p:spPr>
          <a:xfrm>
            <a:off x="5924400" y="2160700"/>
            <a:ext cx="2499600" cy="572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8" name="Google Shape;98;p21"/>
          <p:cNvSpPr txBox="1"/>
          <p:nvPr>
            <p:ph idx="5" type="subTitle"/>
          </p:nvPr>
        </p:nvSpPr>
        <p:spPr>
          <a:xfrm>
            <a:off x="5924400" y="3655050"/>
            <a:ext cx="2499600" cy="64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99" name="Google Shape;99;p21"/>
          <p:cNvSpPr txBox="1"/>
          <p:nvPr>
            <p:ph idx="6" type="subTitle"/>
          </p:nvPr>
        </p:nvSpPr>
        <p:spPr>
          <a:xfrm>
            <a:off x="720000" y="1845500"/>
            <a:ext cx="2499600" cy="413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7" type="subTitle"/>
          </p:nvPr>
        </p:nvSpPr>
        <p:spPr>
          <a:xfrm>
            <a:off x="720000" y="3342252"/>
            <a:ext cx="2499600" cy="413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8" type="subTitle"/>
          </p:nvPr>
        </p:nvSpPr>
        <p:spPr>
          <a:xfrm>
            <a:off x="5924400" y="1845500"/>
            <a:ext cx="2499600" cy="413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9" type="subTitle"/>
          </p:nvPr>
        </p:nvSpPr>
        <p:spPr>
          <a:xfrm>
            <a:off x="5924400" y="3342250"/>
            <a:ext cx="2499600" cy="413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2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idx="1" type="subTitle"/>
          </p:nvPr>
        </p:nvSpPr>
        <p:spPr>
          <a:xfrm>
            <a:off x="720000" y="2122175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subTitle"/>
          </p:nvPr>
        </p:nvSpPr>
        <p:spPr>
          <a:xfrm>
            <a:off x="6764050" y="2122175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6" name="Google Shape;106;p22"/>
          <p:cNvSpPr txBox="1"/>
          <p:nvPr>
            <p:ph idx="3" type="subTitle"/>
          </p:nvPr>
        </p:nvSpPr>
        <p:spPr>
          <a:xfrm>
            <a:off x="720000" y="3622550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7" name="Google Shape;107;p22"/>
          <p:cNvSpPr txBox="1"/>
          <p:nvPr>
            <p:ph idx="4" type="subTitle"/>
          </p:nvPr>
        </p:nvSpPr>
        <p:spPr>
          <a:xfrm>
            <a:off x="6764050" y="3622550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5" type="subTitle"/>
          </p:nvPr>
        </p:nvSpPr>
        <p:spPr>
          <a:xfrm>
            <a:off x="2807750" y="1133173"/>
            <a:ext cx="3516600" cy="213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6" type="subTitle"/>
          </p:nvPr>
        </p:nvSpPr>
        <p:spPr>
          <a:xfrm>
            <a:off x="3742025" y="2122175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  <p:sp>
        <p:nvSpPr>
          <p:cNvPr id="111" name="Google Shape;111;p22"/>
          <p:cNvSpPr txBox="1"/>
          <p:nvPr>
            <p:ph idx="7" type="subTitle"/>
          </p:nvPr>
        </p:nvSpPr>
        <p:spPr>
          <a:xfrm>
            <a:off x="3742025" y="3622550"/>
            <a:ext cx="1656000" cy="835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 algn="ctr"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2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719988" y="1427500"/>
            <a:ext cx="2732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5" name="Google Shape;115;p23"/>
          <p:cNvSpPr txBox="1"/>
          <p:nvPr>
            <p:ph idx="2" type="subTitle"/>
          </p:nvPr>
        </p:nvSpPr>
        <p:spPr>
          <a:xfrm>
            <a:off x="3205650" y="1427500"/>
            <a:ext cx="2732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3" type="subTitle"/>
          </p:nvPr>
        </p:nvSpPr>
        <p:spPr>
          <a:xfrm>
            <a:off x="3452837" y="17017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4" type="subTitle"/>
          </p:nvPr>
        </p:nvSpPr>
        <p:spPr>
          <a:xfrm>
            <a:off x="967175" y="17017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5" type="subTitle"/>
          </p:nvPr>
        </p:nvSpPr>
        <p:spPr>
          <a:xfrm>
            <a:off x="5691315" y="1427500"/>
            <a:ext cx="2732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6" type="subTitle"/>
          </p:nvPr>
        </p:nvSpPr>
        <p:spPr>
          <a:xfrm>
            <a:off x="5938503" y="17017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idx="7" type="subTitle"/>
          </p:nvPr>
        </p:nvSpPr>
        <p:spPr>
          <a:xfrm>
            <a:off x="1962890" y="3302800"/>
            <a:ext cx="2732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" name="Google Shape;121;p23"/>
          <p:cNvSpPr txBox="1"/>
          <p:nvPr>
            <p:ph idx="8" type="subTitle"/>
          </p:nvPr>
        </p:nvSpPr>
        <p:spPr>
          <a:xfrm>
            <a:off x="2210065" y="35770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9" type="subTitle"/>
          </p:nvPr>
        </p:nvSpPr>
        <p:spPr>
          <a:xfrm>
            <a:off x="4448400" y="3302800"/>
            <a:ext cx="27327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3" name="Google Shape;123;p23"/>
          <p:cNvSpPr txBox="1"/>
          <p:nvPr>
            <p:ph idx="13" type="subTitle"/>
          </p:nvPr>
        </p:nvSpPr>
        <p:spPr>
          <a:xfrm>
            <a:off x="4695575" y="35770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2">
  <p:cSld name="CUSTOM_14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idx="1" type="subTitle"/>
          </p:nvPr>
        </p:nvSpPr>
        <p:spPr>
          <a:xfrm>
            <a:off x="719975" y="1381200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7" name="Google Shape;127;p24"/>
          <p:cNvSpPr txBox="1"/>
          <p:nvPr>
            <p:ph idx="2" type="subTitle"/>
          </p:nvPr>
        </p:nvSpPr>
        <p:spPr>
          <a:xfrm>
            <a:off x="720000" y="1655450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3" type="subTitle"/>
          </p:nvPr>
        </p:nvSpPr>
        <p:spPr>
          <a:xfrm>
            <a:off x="719975" y="2486150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" name="Google Shape;129;p24"/>
          <p:cNvSpPr txBox="1"/>
          <p:nvPr>
            <p:ph idx="4" type="subTitle"/>
          </p:nvPr>
        </p:nvSpPr>
        <p:spPr>
          <a:xfrm>
            <a:off x="720000" y="2760400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5" type="subTitle"/>
          </p:nvPr>
        </p:nvSpPr>
        <p:spPr>
          <a:xfrm>
            <a:off x="719975" y="3538875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1" name="Google Shape;131;p24"/>
          <p:cNvSpPr txBox="1"/>
          <p:nvPr>
            <p:ph idx="6" type="subTitle"/>
          </p:nvPr>
        </p:nvSpPr>
        <p:spPr>
          <a:xfrm>
            <a:off x="720000" y="3813125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4"/>
          <p:cNvSpPr txBox="1"/>
          <p:nvPr>
            <p:ph idx="7" type="subTitle"/>
          </p:nvPr>
        </p:nvSpPr>
        <p:spPr>
          <a:xfrm>
            <a:off x="5734175" y="1381200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8" type="subTitle"/>
          </p:nvPr>
        </p:nvSpPr>
        <p:spPr>
          <a:xfrm>
            <a:off x="5734200" y="1655450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9" type="subTitle"/>
          </p:nvPr>
        </p:nvSpPr>
        <p:spPr>
          <a:xfrm>
            <a:off x="5734175" y="2486150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5" name="Google Shape;135;p24"/>
          <p:cNvSpPr txBox="1"/>
          <p:nvPr>
            <p:ph idx="13" type="subTitle"/>
          </p:nvPr>
        </p:nvSpPr>
        <p:spPr>
          <a:xfrm>
            <a:off x="5734200" y="2760400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4" type="subTitle"/>
          </p:nvPr>
        </p:nvSpPr>
        <p:spPr>
          <a:xfrm>
            <a:off x="5734175" y="3538875"/>
            <a:ext cx="2689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7" name="Google Shape;137;p24"/>
          <p:cNvSpPr txBox="1"/>
          <p:nvPr>
            <p:ph idx="15" type="subTitle"/>
          </p:nvPr>
        </p:nvSpPr>
        <p:spPr>
          <a:xfrm>
            <a:off x="5734200" y="3813125"/>
            <a:ext cx="2689800" cy="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5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0" name="Google Shape;140;p25"/>
          <p:cNvSpPr txBox="1"/>
          <p:nvPr>
            <p:ph idx="1" type="subTitle"/>
          </p:nvPr>
        </p:nvSpPr>
        <p:spPr>
          <a:xfrm>
            <a:off x="719975" y="251460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2" type="subTitle"/>
          </p:nvPr>
        </p:nvSpPr>
        <p:spPr>
          <a:xfrm>
            <a:off x="3452838" y="251460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3" type="subTitle"/>
          </p:nvPr>
        </p:nvSpPr>
        <p:spPr>
          <a:xfrm>
            <a:off x="3452858" y="27888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5"/>
          <p:cNvSpPr txBox="1"/>
          <p:nvPr>
            <p:ph idx="4" type="subTitle"/>
          </p:nvPr>
        </p:nvSpPr>
        <p:spPr>
          <a:xfrm>
            <a:off x="720000" y="27888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5"/>
          <p:cNvSpPr txBox="1"/>
          <p:nvPr>
            <p:ph idx="5" type="subTitle"/>
          </p:nvPr>
        </p:nvSpPr>
        <p:spPr>
          <a:xfrm>
            <a:off x="6185688" y="251460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6" type="subTitle"/>
          </p:nvPr>
        </p:nvSpPr>
        <p:spPr>
          <a:xfrm>
            <a:off x="6185703" y="2788850"/>
            <a:ext cx="22383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8" name="Google Shape;148;p26"/>
          <p:cNvSpPr txBox="1"/>
          <p:nvPr>
            <p:ph idx="1" type="subTitle"/>
          </p:nvPr>
        </p:nvSpPr>
        <p:spPr>
          <a:xfrm>
            <a:off x="720000" y="3276210"/>
            <a:ext cx="2356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9" name="Google Shape;149;p26"/>
          <p:cNvSpPr txBox="1"/>
          <p:nvPr>
            <p:ph idx="2" type="subTitle"/>
          </p:nvPr>
        </p:nvSpPr>
        <p:spPr>
          <a:xfrm>
            <a:off x="720000" y="3550460"/>
            <a:ext cx="23568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6"/>
          <p:cNvSpPr txBox="1"/>
          <p:nvPr>
            <p:ph idx="3" type="subTitle"/>
          </p:nvPr>
        </p:nvSpPr>
        <p:spPr>
          <a:xfrm>
            <a:off x="3393600" y="3276200"/>
            <a:ext cx="2356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1" name="Google Shape;151;p26"/>
          <p:cNvSpPr txBox="1"/>
          <p:nvPr>
            <p:ph idx="4" type="subTitle"/>
          </p:nvPr>
        </p:nvSpPr>
        <p:spPr>
          <a:xfrm>
            <a:off x="3393600" y="3550438"/>
            <a:ext cx="23568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6"/>
          <p:cNvSpPr txBox="1"/>
          <p:nvPr>
            <p:ph idx="5" type="subTitle"/>
          </p:nvPr>
        </p:nvSpPr>
        <p:spPr>
          <a:xfrm>
            <a:off x="6067250" y="3276210"/>
            <a:ext cx="2356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3" name="Google Shape;153;p26"/>
          <p:cNvSpPr txBox="1"/>
          <p:nvPr>
            <p:ph idx="6" type="subTitle"/>
          </p:nvPr>
        </p:nvSpPr>
        <p:spPr>
          <a:xfrm>
            <a:off x="6067250" y="3550460"/>
            <a:ext cx="23568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grpSp>
        <p:nvGrpSpPr>
          <p:cNvPr id="156" name="Google Shape;156;p27"/>
          <p:cNvGrpSpPr/>
          <p:nvPr/>
        </p:nvGrpSpPr>
        <p:grpSpPr>
          <a:xfrm>
            <a:off x="642900" y="1714500"/>
            <a:ext cx="7857751" cy="2895575"/>
            <a:chOff x="642900" y="1714500"/>
            <a:chExt cx="7857751" cy="2895575"/>
          </a:xfrm>
        </p:grpSpPr>
        <p:sp>
          <p:nvSpPr>
            <p:cNvPr id="157" name="Google Shape;157;p27"/>
            <p:cNvSpPr/>
            <p:nvPr/>
          </p:nvSpPr>
          <p:spPr>
            <a:xfrm>
              <a:off x="642900" y="1714500"/>
              <a:ext cx="7857600" cy="28893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</a:t>
              </a:r>
              <a:endParaRPr/>
            </a:p>
          </p:txBody>
        </p:sp>
        <p:cxnSp>
          <p:nvCxnSpPr>
            <p:cNvPr id="158" name="Google Shape;158;p27"/>
            <p:cNvCxnSpPr/>
            <p:nvPr/>
          </p:nvCxnSpPr>
          <p:spPr>
            <a:xfrm>
              <a:off x="6350492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9" name="Google Shape;159;p27"/>
            <p:cNvCxnSpPr/>
            <p:nvPr/>
          </p:nvCxnSpPr>
          <p:spPr>
            <a:xfrm>
              <a:off x="7424133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0" name="Google Shape;160;p27"/>
            <p:cNvCxnSpPr/>
            <p:nvPr/>
          </p:nvCxnSpPr>
          <p:spPr>
            <a:xfrm>
              <a:off x="8497775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27"/>
            <p:cNvCxnSpPr/>
            <p:nvPr/>
          </p:nvCxnSpPr>
          <p:spPr>
            <a:xfrm rot="10800000">
              <a:off x="6886351" y="2024867"/>
              <a:ext cx="0" cy="32286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" name="Google Shape;162;p27"/>
            <p:cNvCxnSpPr/>
            <p:nvPr/>
          </p:nvCxnSpPr>
          <p:spPr>
            <a:xfrm rot="10800000">
              <a:off x="6886351" y="1060546"/>
              <a:ext cx="0" cy="32286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7"/>
            <p:cNvCxnSpPr/>
            <p:nvPr/>
          </p:nvCxnSpPr>
          <p:spPr>
            <a:xfrm>
              <a:off x="5276867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" name="Google Shape;164;p27"/>
            <p:cNvCxnSpPr/>
            <p:nvPr/>
          </p:nvCxnSpPr>
          <p:spPr>
            <a:xfrm>
              <a:off x="1721342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27"/>
            <p:cNvCxnSpPr/>
            <p:nvPr/>
          </p:nvCxnSpPr>
          <p:spPr>
            <a:xfrm>
              <a:off x="2794983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27"/>
            <p:cNvCxnSpPr/>
            <p:nvPr/>
          </p:nvCxnSpPr>
          <p:spPr>
            <a:xfrm>
              <a:off x="3868625" y="1719275"/>
              <a:ext cx="0" cy="28908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27"/>
            <p:cNvCxnSpPr/>
            <p:nvPr/>
          </p:nvCxnSpPr>
          <p:spPr>
            <a:xfrm rot="10800000">
              <a:off x="2257201" y="2024867"/>
              <a:ext cx="0" cy="32286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27"/>
            <p:cNvCxnSpPr/>
            <p:nvPr/>
          </p:nvCxnSpPr>
          <p:spPr>
            <a:xfrm rot="10800000">
              <a:off x="2257201" y="1060546"/>
              <a:ext cx="0" cy="32286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9" name="Google Shape;169;p27"/>
          <p:cNvGrpSpPr/>
          <p:nvPr/>
        </p:nvGrpSpPr>
        <p:grpSpPr>
          <a:xfrm>
            <a:off x="4169956" y="2661444"/>
            <a:ext cx="804088" cy="1001736"/>
            <a:chOff x="-1778892" y="2016220"/>
            <a:chExt cx="891846" cy="1111064"/>
          </a:xfrm>
        </p:grpSpPr>
        <p:sp>
          <p:nvSpPr>
            <p:cNvPr id="170" name="Google Shape;170;p27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rgbClr val="CECECE"/>
            </a:solidFill>
            <a:ln cap="flat" cmpd="sng" w="38100">
              <a:solidFill>
                <a:srgbClr val="5E5E5E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1" name="Google Shape;171;p27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172" name="Google Shape;172;p27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rgbClr val="CECECE"/>
              </a:solidFill>
              <a:ln cap="flat" cmpd="sng" w="38100">
                <a:solidFill>
                  <a:srgbClr val="5E5E5E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27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 cap="flat" cmpd="sng" w="38100">
                <a:solidFill>
                  <a:srgbClr val="5E5E5E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4" name="Google Shape;174;p27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rgbClr val="E3E9ED"/>
            </a:solidFill>
            <a:ln cap="flat" cmpd="sng" w="38100">
              <a:solidFill>
                <a:srgbClr val="5E5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7" name="Google Shape;177;p28"/>
          <p:cNvSpPr/>
          <p:nvPr/>
        </p:nvSpPr>
        <p:spPr>
          <a:xfrm>
            <a:off x="1829900" y="1926800"/>
            <a:ext cx="5467800" cy="2679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178" name="Google Shape;178;p28"/>
          <p:cNvCxnSpPr/>
          <p:nvPr/>
        </p:nvCxnSpPr>
        <p:spPr>
          <a:xfrm>
            <a:off x="4565925" y="1928234"/>
            <a:ext cx="0" cy="2679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8"/>
          <p:cNvCxnSpPr/>
          <p:nvPr/>
        </p:nvCxnSpPr>
        <p:spPr>
          <a:xfrm>
            <a:off x="5931950" y="1928234"/>
            <a:ext cx="0" cy="26796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8"/>
          <p:cNvCxnSpPr/>
          <p:nvPr/>
        </p:nvCxnSpPr>
        <p:spPr>
          <a:xfrm>
            <a:off x="3199400" y="3266994"/>
            <a:ext cx="40986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8"/>
          <p:cNvCxnSpPr/>
          <p:nvPr/>
        </p:nvCxnSpPr>
        <p:spPr>
          <a:xfrm>
            <a:off x="3199900" y="1929527"/>
            <a:ext cx="0" cy="26784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2" name="Google Shape;182;p28"/>
          <p:cNvGrpSpPr/>
          <p:nvPr/>
        </p:nvGrpSpPr>
        <p:grpSpPr>
          <a:xfrm>
            <a:off x="2116881" y="2765732"/>
            <a:ext cx="804088" cy="1001736"/>
            <a:chOff x="-1778892" y="2016220"/>
            <a:chExt cx="891846" cy="1111064"/>
          </a:xfrm>
        </p:grpSpPr>
        <p:sp>
          <p:nvSpPr>
            <p:cNvPr id="183" name="Google Shape;183;p2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rgbClr val="CECECE"/>
            </a:solidFill>
            <a:ln cap="flat" cmpd="sng" w="38100">
              <a:solidFill>
                <a:srgbClr val="5E5E5E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4" name="Google Shape;184;p2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185" name="Google Shape;185;p2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rgbClr val="CECECE"/>
              </a:solidFill>
              <a:ln cap="flat" cmpd="sng" w="38100">
                <a:solidFill>
                  <a:srgbClr val="5E5E5E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2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rgbClr val="CECECE"/>
              </a:solidFill>
              <a:ln cap="flat" cmpd="sng" w="38100">
                <a:solidFill>
                  <a:srgbClr val="5E5E5E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7" name="Google Shape;187;p28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rgbClr val="E3E9ED"/>
            </a:solidFill>
            <a:ln cap="flat" cmpd="sng" w="38100">
              <a:solidFill>
                <a:srgbClr val="5E5E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3">
  <p:cSld name="CUSTOM_12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0" name="Google Shape;190;p29"/>
          <p:cNvSpPr txBox="1"/>
          <p:nvPr>
            <p:ph idx="1" type="subTitle"/>
          </p:nvPr>
        </p:nvSpPr>
        <p:spPr>
          <a:xfrm>
            <a:off x="719975" y="158115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1" name="Google Shape;191;p29"/>
          <p:cNvSpPr txBox="1"/>
          <p:nvPr>
            <p:ph idx="2" type="subTitle"/>
          </p:nvPr>
        </p:nvSpPr>
        <p:spPr>
          <a:xfrm>
            <a:off x="3452838" y="158115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29"/>
          <p:cNvSpPr txBox="1"/>
          <p:nvPr>
            <p:ph idx="3" type="subTitle"/>
          </p:nvPr>
        </p:nvSpPr>
        <p:spPr>
          <a:xfrm>
            <a:off x="3452857" y="1855400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9"/>
          <p:cNvSpPr txBox="1"/>
          <p:nvPr>
            <p:ph idx="4" type="subTitle"/>
          </p:nvPr>
        </p:nvSpPr>
        <p:spPr>
          <a:xfrm>
            <a:off x="720000" y="1855400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9"/>
          <p:cNvSpPr txBox="1"/>
          <p:nvPr>
            <p:ph idx="5" type="subTitle"/>
          </p:nvPr>
        </p:nvSpPr>
        <p:spPr>
          <a:xfrm>
            <a:off x="6185688" y="1581150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5" name="Google Shape;195;p29"/>
          <p:cNvSpPr txBox="1"/>
          <p:nvPr>
            <p:ph idx="6" type="subTitle"/>
          </p:nvPr>
        </p:nvSpPr>
        <p:spPr>
          <a:xfrm>
            <a:off x="6185701" y="1855400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9"/>
          <p:cNvSpPr txBox="1"/>
          <p:nvPr>
            <p:ph idx="7" type="subTitle"/>
          </p:nvPr>
        </p:nvSpPr>
        <p:spPr>
          <a:xfrm>
            <a:off x="719975" y="3152775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7" name="Google Shape;197;p29"/>
          <p:cNvSpPr txBox="1"/>
          <p:nvPr>
            <p:ph idx="8" type="subTitle"/>
          </p:nvPr>
        </p:nvSpPr>
        <p:spPr>
          <a:xfrm>
            <a:off x="3452838" y="3152775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8" name="Google Shape;198;p29"/>
          <p:cNvSpPr txBox="1"/>
          <p:nvPr>
            <p:ph idx="9" type="subTitle"/>
          </p:nvPr>
        </p:nvSpPr>
        <p:spPr>
          <a:xfrm>
            <a:off x="3452857" y="3427025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9"/>
          <p:cNvSpPr txBox="1"/>
          <p:nvPr>
            <p:ph idx="13" type="subTitle"/>
          </p:nvPr>
        </p:nvSpPr>
        <p:spPr>
          <a:xfrm>
            <a:off x="720000" y="3427025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14" type="subTitle"/>
          </p:nvPr>
        </p:nvSpPr>
        <p:spPr>
          <a:xfrm>
            <a:off x="6185688" y="3152775"/>
            <a:ext cx="22383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600"/>
              <a:buNone/>
              <a:defRPr b="1" sz="1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1" name="Google Shape;201;p29"/>
          <p:cNvSpPr txBox="1"/>
          <p:nvPr>
            <p:ph idx="15" type="subTitle"/>
          </p:nvPr>
        </p:nvSpPr>
        <p:spPr>
          <a:xfrm>
            <a:off x="6185701" y="3427025"/>
            <a:ext cx="22383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4496350" y="1468525"/>
            <a:ext cx="37950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4" name="Google Shape;204;p30"/>
          <p:cNvSpPr txBox="1"/>
          <p:nvPr>
            <p:ph idx="1" type="subTitle"/>
          </p:nvPr>
        </p:nvSpPr>
        <p:spPr>
          <a:xfrm>
            <a:off x="4496200" y="2865275"/>
            <a:ext cx="3795000" cy="8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6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hasCustomPrompt="1" type="title"/>
          </p:nvPr>
        </p:nvSpPr>
        <p:spPr>
          <a:xfrm>
            <a:off x="2627550" y="715375"/>
            <a:ext cx="38889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07" name="Google Shape;207;p31"/>
          <p:cNvSpPr txBox="1"/>
          <p:nvPr>
            <p:ph idx="1" type="subTitle"/>
          </p:nvPr>
        </p:nvSpPr>
        <p:spPr>
          <a:xfrm>
            <a:off x="2627550" y="1372800"/>
            <a:ext cx="38889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hasCustomPrompt="1" idx="2" type="title"/>
          </p:nvPr>
        </p:nvSpPr>
        <p:spPr>
          <a:xfrm>
            <a:off x="2627550" y="2048875"/>
            <a:ext cx="38889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09" name="Google Shape;209;p31"/>
          <p:cNvSpPr txBox="1"/>
          <p:nvPr>
            <p:ph idx="3" type="subTitle"/>
          </p:nvPr>
        </p:nvSpPr>
        <p:spPr>
          <a:xfrm>
            <a:off x="2627550" y="2706350"/>
            <a:ext cx="38889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hasCustomPrompt="1" idx="4" type="title"/>
          </p:nvPr>
        </p:nvSpPr>
        <p:spPr>
          <a:xfrm>
            <a:off x="2627550" y="3386025"/>
            <a:ext cx="38889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1" name="Google Shape;211;p31"/>
          <p:cNvSpPr txBox="1"/>
          <p:nvPr>
            <p:ph idx="5" type="subTitle"/>
          </p:nvPr>
        </p:nvSpPr>
        <p:spPr>
          <a:xfrm>
            <a:off x="2627550" y="4039925"/>
            <a:ext cx="38889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hasCustomPrompt="1" type="title"/>
          </p:nvPr>
        </p:nvSpPr>
        <p:spPr>
          <a:xfrm>
            <a:off x="713663" y="3147325"/>
            <a:ext cx="22698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4" name="Google Shape;214;p32"/>
          <p:cNvSpPr txBox="1"/>
          <p:nvPr>
            <p:ph idx="1" type="subTitle"/>
          </p:nvPr>
        </p:nvSpPr>
        <p:spPr>
          <a:xfrm>
            <a:off x="713663" y="3804750"/>
            <a:ext cx="22698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2"/>
          <p:cNvSpPr txBox="1"/>
          <p:nvPr>
            <p:ph hasCustomPrompt="1" idx="2" type="title"/>
          </p:nvPr>
        </p:nvSpPr>
        <p:spPr>
          <a:xfrm>
            <a:off x="3443438" y="3147325"/>
            <a:ext cx="22698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6" name="Google Shape;216;p32"/>
          <p:cNvSpPr txBox="1"/>
          <p:nvPr>
            <p:ph idx="3" type="subTitle"/>
          </p:nvPr>
        </p:nvSpPr>
        <p:spPr>
          <a:xfrm>
            <a:off x="3443438" y="3804750"/>
            <a:ext cx="22698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2"/>
          <p:cNvSpPr txBox="1"/>
          <p:nvPr>
            <p:ph hasCustomPrompt="1" idx="4" type="title"/>
          </p:nvPr>
        </p:nvSpPr>
        <p:spPr>
          <a:xfrm>
            <a:off x="6160538" y="3147325"/>
            <a:ext cx="2269800" cy="66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18" name="Google Shape;218;p32"/>
          <p:cNvSpPr txBox="1"/>
          <p:nvPr>
            <p:ph idx="5" type="subTitle"/>
          </p:nvPr>
        </p:nvSpPr>
        <p:spPr>
          <a:xfrm>
            <a:off x="6160538" y="3804750"/>
            <a:ext cx="22698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2"/>
          <p:cNvSpPr txBox="1"/>
          <p:nvPr>
            <p:ph hasCustomPrompt="1" idx="6" type="title"/>
          </p:nvPr>
        </p:nvSpPr>
        <p:spPr>
          <a:xfrm>
            <a:off x="2627550" y="950525"/>
            <a:ext cx="38889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20" name="Google Shape;220;p32"/>
          <p:cNvSpPr txBox="1"/>
          <p:nvPr>
            <p:ph idx="7" type="subTitle"/>
          </p:nvPr>
        </p:nvSpPr>
        <p:spPr>
          <a:xfrm>
            <a:off x="2627550" y="1933550"/>
            <a:ext cx="3888900" cy="38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7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720000" y="1441700"/>
            <a:ext cx="30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" type="subTitle"/>
          </p:nvPr>
        </p:nvSpPr>
        <p:spPr>
          <a:xfrm>
            <a:off x="720000" y="2390200"/>
            <a:ext cx="3023400" cy="13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7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>
            <a:off x="5400600" y="1441700"/>
            <a:ext cx="30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1" type="subTitle"/>
          </p:nvPr>
        </p:nvSpPr>
        <p:spPr>
          <a:xfrm>
            <a:off x="5400600" y="2390200"/>
            <a:ext cx="3023400" cy="13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7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2960249" y="535638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9" name="Google Shape;229;p35"/>
          <p:cNvSpPr txBox="1"/>
          <p:nvPr>
            <p:ph idx="1" type="subTitle"/>
          </p:nvPr>
        </p:nvSpPr>
        <p:spPr>
          <a:xfrm>
            <a:off x="2250125" y="1505513"/>
            <a:ext cx="4643700" cy="88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_1_1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/>
          <p:nvPr>
            <p:ph type="title"/>
          </p:nvPr>
        </p:nvSpPr>
        <p:spPr>
          <a:xfrm>
            <a:off x="3060300" y="365760"/>
            <a:ext cx="30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" type="subTitle"/>
          </p:nvPr>
        </p:nvSpPr>
        <p:spPr>
          <a:xfrm>
            <a:off x="720150" y="4035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1_1_1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878963" y="1184503"/>
            <a:ext cx="30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5" name="Google Shape;235;p37"/>
          <p:cNvSpPr txBox="1"/>
          <p:nvPr>
            <p:ph idx="1" type="subTitle"/>
          </p:nvPr>
        </p:nvSpPr>
        <p:spPr>
          <a:xfrm>
            <a:off x="1606888" y="2021588"/>
            <a:ext cx="2295600" cy="18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7_1_1_1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type="title"/>
          </p:nvPr>
        </p:nvSpPr>
        <p:spPr>
          <a:xfrm>
            <a:off x="1188225" y="365760"/>
            <a:ext cx="676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idx="1" type="subTitle"/>
          </p:nvPr>
        </p:nvSpPr>
        <p:spPr>
          <a:xfrm>
            <a:off x="1407600" y="1048688"/>
            <a:ext cx="632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7_1_1_1_1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" type="subTitle"/>
          </p:nvPr>
        </p:nvSpPr>
        <p:spPr>
          <a:xfrm>
            <a:off x="1842900" y="1495425"/>
            <a:ext cx="54582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6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720000" y="535650"/>
            <a:ext cx="3756900" cy="13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idea 1">
  <p:cSld name="CUSTOM_17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1"/>
          <p:cNvSpPr txBox="1"/>
          <p:nvPr>
            <p:ph type="title"/>
          </p:nvPr>
        </p:nvSpPr>
        <p:spPr>
          <a:xfrm>
            <a:off x="1084750" y="589675"/>
            <a:ext cx="6974400" cy="161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>
            <a:off x="2819400" y="324150"/>
            <a:ext cx="35052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00"/>
              <a:buNone/>
              <a:defRPr sz="7500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1" type="subTitle"/>
          </p:nvPr>
        </p:nvSpPr>
        <p:spPr>
          <a:xfrm>
            <a:off x="2819400" y="1567950"/>
            <a:ext cx="3505200" cy="1175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2" type="subTitle"/>
          </p:nvPr>
        </p:nvSpPr>
        <p:spPr>
          <a:xfrm>
            <a:off x="2638125" y="4265200"/>
            <a:ext cx="3867600" cy="362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2"/>
          <p:cNvSpPr txBox="1"/>
          <p:nvPr/>
        </p:nvSpPr>
        <p:spPr>
          <a:xfrm>
            <a:off x="2346500" y="3544925"/>
            <a:ext cx="4464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including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1" type="subTitle"/>
          </p:nvPr>
        </p:nvSpPr>
        <p:spPr>
          <a:xfrm>
            <a:off x="966900" y="1495425"/>
            <a:ext cx="33621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  <p:sp>
        <p:nvSpPr>
          <p:cNvPr id="254" name="Google Shape;254;p43"/>
          <p:cNvSpPr txBox="1"/>
          <p:nvPr>
            <p:ph idx="2" type="subTitle"/>
          </p:nvPr>
        </p:nvSpPr>
        <p:spPr>
          <a:xfrm>
            <a:off x="4815000" y="1495425"/>
            <a:ext cx="3362100" cy="30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3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1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21.xml"/><Relationship Id="rId44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20.xml"/><Relationship Id="rId43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45" Type="http://schemas.openxmlformats.org/officeDocument/2006/relationships/theme" Target="../theme/theme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39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15.xml"/><Relationship Id="rId38" Type="http://schemas.openxmlformats.org/officeDocument/2006/relationships/slideLayout" Target="../slideLayouts/slideLayout37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matic SC"/>
              <a:buNone/>
              <a:defRPr b="1" sz="4000">
                <a:solidFill>
                  <a:schemeClr val="lt2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●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Mono"/>
              <a:buChar char="○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Mono"/>
              <a:buChar char="■"/>
              <a:defRPr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>
            <p:ph type="ctrTitle"/>
          </p:nvPr>
        </p:nvSpPr>
        <p:spPr>
          <a:xfrm>
            <a:off x="1628475" y="488452"/>
            <a:ext cx="5886900" cy="169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- A Generic Card Game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261" name="Google Shape;261;p45"/>
          <p:cNvSpPr txBox="1"/>
          <p:nvPr>
            <p:ph idx="1" type="subTitle"/>
          </p:nvPr>
        </p:nvSpPr>
        <p:spPr>
          <a:xfrm>
            <a:off x="1628475" y="2164081"/>
            <a:ext cx="5886900" cy="40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Final</a:t>
            </a:r>
            <a:endParaRPr>
              <a:highlight>
                <a:schemeClr val="dk1"/>
              </a:highlight>
            </a:endParaRPr>
          </a:p>
        </p:txBody>
      </p:sp>
      <p:grpSp>
        <p:nvGrpSpPr>
          <p:cNvPr id="262" name="Google Shape;262;p45"/>
          <p:cNvGrpSpPr/>
          <p:nvPr/>
        </p:nvGrpSpPr>
        <p:grpSpPr>
          <a:xfrm>
            <a:off x="4923222" y="3083945"/>
            <a:ext cx="891846" cy="1111064"/>
            <a:chOff x="-1778892" y="2016220"/>
            <a:chExt cx="891846" cy="1111064"/>
          </a:xfrm>
        </p:grpSpPr>
        <p:sp>
          <p:nvSpPr>
            <p:cNvPr id="263" name="Google Shape;263;p45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45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265" name="Google Shape;265;p45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45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7" name="Google Shape;267;p45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" name="Google Shape;268;p45"/>
          <p:cNvGrpSpPr/>
          <p:nvPr/>
        </p:nvGrpSpPr>
        <p:grpSpPr>
          <a:xfrm>
            <a:off x="3331353" y="3138270"/>
            <a:ext cx="804623" cy="1002402"/>
            <a:chOff x="-1778892" y="2016220"/>
            <a:chExt cx="891846" cy="1111064"/>
          </a:xfrm>
        </p:grpSpPr>
        <p:sp>
          <p:nvSpPr>
            <p:cNvPr id="269" name="Google Shape;269;p45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0" name="Google Shape;270;p45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271" name="Google Shape;271;p45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45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3" name="Google Shape;273;p45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4" name="Google Shape;274;p45"/>
          <p:cNvGrpSpPr/>
          <p:nvPr/>
        </p:nvGrpSpPr>
        <p:grpSpPr>
          <a:xfrm>
            <a:off x="6507276" y="3138270"/>
            <a:ext cx="804623" cy="1002402"/>
            <a:chOff x="-1778892" y="2016220"/>
            <a:chExt cx="891846" cy="1111064"/>
          </a:xfrm>
        </p:grpSpPr>
        <p:sp>
          <p:nvSpPr>
            <p:cNvPr id="275" name="Google Shape;275;p45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6" name="Google Shape;276;p45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277" name="Google Shape;277;p45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45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9" name="Google Shape;279;p45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0" name="Google Shape;280;p45"/>
          <p:cNvGrpSpPr/>
          <p:nvPr/>
        </p:nvGrpSpPr>
        <p:grpSpPr>
          <a:xfrm>
            <a:off x="1933292" y="3219590"/>
            <a:ext cx="739340" cy="921072"/>
            <a:chOff x="-1778892" y="2016220"/>
            <a:chExt cx="891846" cy="1111064"/>
          </a:xfrm>
        </p:grpSpPr>
        <p:sp>
          <p:nvSpPr>
            <p:cNvPr id="281" name="Google Shape;281;p45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2" name="Google Shape;282;p45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283" name="Google Shape;283;p45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45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" name="Google Shape;285;p45"/>
            <p:cNvSpPr/>
            <p:nvPr/>
          </p:nvSpPr>
          <p:spPr>
            <a:xfrm>
              <a:off x="-1559896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6" name="Google Shape;286;p45"/>
          <p:cNvSpPr txBox="1"/>
          <p:nvPr/>
        </p:nvSpPr>
        <p:spPr>
          <a:xfrm>
            <a:off x="1553250" y="4055000"/>
            <a:ext cx="14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Andrey Nunes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7" name="Google Shape;287;p45"/>
          <p:cNvSpPr txBox="1"/>
          <p:nvPr/>
        </p:nvSpPr>
        <p:spPr>
          <a:xfrm>
            <a:off x="3052650" y="4055000"/>
            <a:ext cx="13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Érick Matos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8" name="Google Shape;288;p45"/>
          <p:cNvSpPr txBox="1"/>
          <p:nvPr/>
        </p:nvSpPr>
        <p:spPr>
          <a:xfrm>
            <a:off x="4414688" y="4055000"/>
            <a:ext cx="190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Fernando Tedesco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89" name="Google Shape;289;p45"/>
          <p:cNvSpPr txBox="1"/>
          <p:nvPr/>
        </p:nvSpPr>
        <p:spPr>
          <a:xfrm>
            <a:off x="6228588" y="4055000"/>
            <a:ext cx="13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Pedro Blos</a:t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6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que é?</a:t>
            </a:r>
            <a:endParaRPr/>
          </a:p>
        </p:txBody>
      </p:sp>
      <p:sp>
        <p:nvSpPr>
          <p:cNvPr id="295" name="Google Shape;295;p46"/>
          <p:cNvSpPr txBox="1"/>
          <p:nvPr>
            <p:ph idx="1" type="body"/>
          </p:nvPr>
        </p:nvSpPr>
        <p:spPr>
          <a:xfrm>
            <a:off x="720000" y="1139700"/>
            <a:ext cx="7704000" cy="34635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Trata-se de uma aplicação java que visa trazer a tona todos os conhecimentos referentes à Programação Orientada a Objetos(POO) e Boas Práticas,as quais foram aprendidas ao longo do semestre.</a:t>
            </a:r>
            <a:endParaRPr sz="17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●"/>
            </a:pPr>
            <a:r>
              <a:rPr lang="en" sz="1750"/>
              <a:t>A aplicação é o desenvolvimento de um modesto jogo de cartas inspirado em outros jogo como Heartstone, Magic! The Gathering: Arena e Master Duel.</a:t>
            </a:r>
            <a:endParaRPr sz="1750"/>
          </a:p>
        </p:txBody>
      </p:sp>
      <p:pic>
        <p:nvPicPr>
          <p:cNvPr id="296" name="Google Shape;296;p46"/>
          <p:cNvPicPr preferRelativeResize="0"/>
          <p:nvPr/>
        </p:nvPicPr>
        <p:blipFill rotWithShape="1">
          <a:blip r:embed="rId3">
            <a:alphaModFix/>
          </a:blip>
          <a:srcRect b="34360" l="55054" r="0" t="18311"/>
          <a:stretch/>
        </p:blipFill>
        <p:spPr>
          <a:xfrm>
            <a:off x="-65200" y="2774350"/>
            <a:ext cx="2311776" cy="243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>
            <a:hlinkClick action="ppaction://hlinksldjump" r:id="rId3"/>
          </p:cNvPr>
          <p:cNvSpPr/>
          <p:nvPr/>
        </p:nvSpPr>
        <p:spPr>
          <a:xfrm>
            <a:off x="1072450" y="1269349"/>
            <a:ext cx="817500" cy="817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47">
            <a:hlinkClick/>
          </p:cNvPr>
          <p:cNvSpPr/>
          <p:nvPr/>
        </p:nvSpPr>
        <p:spPr>
          <a:xfrm>
            <a:off x="4678513" y="1269349"/>
            <a:ext cx="817500" cy="817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7">
            <a:hlinkClick/>
          </p:cNvPr>
          <p:cNvSpPr/>
          <p:nvPr/>
        </p:nvSpPr>
        <p:spPr>
          <a:xfrm>
            <a:off x="4678513" y="3186399"/>
            <a:ext cx="817500" cy="817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7">
            <a:hlinkClick/>
          </p:cNvPr>
          <p:cNvSpPr/>
          <p:nvPr/>
        </p:nvSpPr>
        <p:spPr>
          <a:xfrm>
            <a:off x="1072438" y="3186399"/>
            <a:ext cx="817500" cy="8175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Janelas</a:t>
            </a:r>
            <a:endParaRPr/>
          </a:p>
        </p:txBody>
      </p:sp>
      <p:sp>
        <p:nvSpPr>
          <p:cNvPr id="306" name="Google Shape;306;p47"/>
          <p:cNvSpPr txBox="1"/>
          <p:nvPr>
            <p:ph idx="1" type="subTitle"/>
          </p:nvPr>
        </p:nvSpPr>
        <p:spPr>
          <a:xfrm>
            <a:off x="1979025" y="1175025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Menu Principal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07" name="Google Shape;307;p47"/>
          <p:cNvSpPr txBox="1"/>
          <p:nvPr>
            <p:ph idx="2" type="subTitle"/>
          </p:nvPr>
        </p:nvSpPr>
        <p:spPr>
          <a:xfrm>
            <a:off x="5536900" y="1175025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Menu de Opções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08" name="Google Shape;308;p47"/>
          <p:cNvSpPr txBox="1"/>
          <p:nvPr>
            <p:ph idx="3" type="subTitle"/>
          </p:nvPr>
        </p:nvSpPr>
        <p:spPr>
          <a:xfrm>
            <a:off x="5536900" y="1401650"/>
            <a:ext cx="2887200" cy="768000"/>
          </a:xfrm>
          <a:prstGeom prst="rect">
            <a:avLst/>
          </a:prstGeom>
        </p:spPr>
        <p:txBody>
          <a:bodyPr anchorCtr="0" anchor="t" bIns="91425" lIns="91425" spcFirstLastPara="1" rIns="36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Trata-se da tela de configurações do jogo, possibilitando a alteração do tamanho das janelas e do volume.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09" name="Google Shape;309;p47"/>
          <p:cNvSpPr txBox="1"/>
          <p:nvPr>
            <p:ph idx="4" type="subTitle"/>
          </p:nvPr>
        </p:nvSpPr>
        <p:spPr>
          <a:xfrm>
            <a:off x="1979025" y="1401650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36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Trata-se de uma tela interativa que apresenta o início do programa.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10" name="Google Shape;310;p47"/>
          <p:cNvSpPr txBox="1"/>
          <p:nvPr>
            <p:ph idx="5" type="subTitle"/>
          </p:nvPr>
        </p:nvSpPr>
        <p:spPr>
          <a:xfrm>
            <a:off x="1979025" y="3098600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Mesa de Jogo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11" name="Google Shape;311;p47"/>
          <p:cNvSpPr txBox="1"/>
          <p:nvPr>
            <p:ph idx="6" type="subTitle"/>
          </p:nvPr>
        </p:nvSpPr>
        <p:spPr>
          <a:xfrm>
            <a:off x="5536900" y="3098600"/>
            <a:ext cx="26586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Menu Pause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12" name="Google Shape;312;p47"/>
          <p:cNvSpPr txBox="1"/>
          <p:nvPr>
            <p:ph idx="7" type="subTitle"/>
          </p:nvPr>
        </p:nvSpPr>
        <p:spPr>
          <a:xfrm>
            <a:off x="5536900" y="3325175"/>
            <a:ext cx="2887200" cy="768000"/>
          </a:xfrm>
          <a:prstGeom prst="rect">
            <a:avLst/>
          </a:prstGeom>
        </p:spPr>
        <p:txBody>
          <a:bodyPr anchorCtr="0" anchor="t" bIns="91425" lIns="91425" spcFirstLastPara="1" rIns="36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Trata-se de um menu que possibilita voltar ao início ou alterar configurações.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13" name="Google Shape;313;p47"/>
          <p:cNvSpPr txBox="1"/>
          <p:nvPr>
            <p:ph idx="8" type="subTitle"/>
          </p:nvPr>
        </p:nvSpPr>
        <p:spPr>
          <a:xfrm>
            <a:off x="1979025" y="3325175"/>
            <a:ext cx="2658600" cy="768000"/>
          </a:xfrm>
          <a:prstGeom prst="rect">
            <a:avLst/>
          </a:prstGeom>
        </p:spPr>
        <p:txBody>
          <a:bodyPr anchorCtr="0" anchor="t" bIns="91425" lIns="91425" spcFirstLastPara="1" rIns="360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Trata-se da área principal de jogo, onde a magia acontece.</a:t>
            </a:r>
            <a:endParaRPr>
              <a:highlight>
                <a:schemeClr val="dk1"/>
              </a:highlight>
            </a:endParaRPr>
          </a:p>
        </p:txBody>
      </p:sp>
      <p:sp>
        <p:nvSpPr>
          <p:cNvPr id="314" name="Google Shape;314;p47"/>
          <p:cNvSpPr txBox="1"/>
          <p:nvPr>
            <p:ph idx="9" type="title"/>
          </p:nvPr>
        </p:nvSpPr>
        <p:spPr>
          <a:xfrm>
            <a:off x="1072451" y="140425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5" name="Google Shape;315;p47"/>
          <p:cNvSpPr txBox="1"/>
          <p:nvPr>
            <p:ph idx="13" type="title"/>
          </p:nvPr>
        </p:nvSpPr>
        <p:spPr>
          <a:xfrm>
            <a:off x="4678514" y="14043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47"/>
          <p:cNvSpPr txBox="1"/>
          <p:nvPr>
            <p:ph idx="14" type="title"/>
          </p:nvPr>
        </p:nvSpPr>
        <p:spPr>
          <a:xfrm>
            <a:off x="1072451" y="33058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7" name="Google Shape;317;p47"/>
          <p:cNvSpPr txBox="1"/>
          <p:nvPr>
            <p:ph idx="15" type="title"/>
          </p:nvPr>
        </p:nvSpPr>
        <p:spPr>
          <a:xfrm>
            <a:off x="4678514" y="3305800"/>
            <a:ext cx="817500" cy="5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>
            <p:ph type="title"/>
          </p:nvPr>
        </p:nvSpPr>
        <p:spPr>
          <a:xfrm>
            <a:off x="3512925" y="1828400"/>
            <a:ext cx="3818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Menu Principal</a:t>
            </a:r>
            <a:endParaRPr/>
          </a:p>
        </p:txBody>
      </p:sp>
      <p:sp>
        <p:nvSpPr>
          <p:cNvPr id="323" name="Google Shape;323;p48"/>
          <p:cNvSpPr/>
          <p:nvPr/>
        </p:nvSpPr>
        <p:spPr>
          <a:xfrm>
            <a:off x="2288100" y="2124275"/>
            <a:ext cx="926700" cy="9267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8"/>
          <p:cNvSpPr txBox="1"/>
          <p:nvPr>
            <p:ph idx="1" type="subTitle"/>
          </p:nvPr>
        </p:nvSpPr>
        <p:spPr>
          <a:xfrm>
            <a:off x="3512988" y="2768600"/>
            <a:ext cx="3342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Aba inicial</a:t>
            </a:r>
            <a:endParaRPr/>
          </a:p>
        </p:txBody>
      </p:sp>
      <p:sp>
        <p:nvSpPr>
          <p:cNvPr id="325" name="Google Shape;325;p48"/>
          <p:cNvSpPr txBox="1"/>
          <p:nvPr>
            <p:ph idx="2" type="title"/>
          </p:nvPr>
        </p:nvSpPr>
        <p:spPr>
          <a:xfrm>
            <a:off x="2313300" y="2270525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26" name="Google Shape;326;p48"/>
          <p:cNvGrpSpPr/>
          <p:nvPr/>
        </p:nvGrpSpPr>
        <p:grpSpPr>
          <a:xfrm>
            <a:off x="4417474" y="4302551"/>
            <a:ext cx="306416" cy="305295"/>
            <a:chOff x="1173525" y="240250"/>
            <a:chExt cx="5255850" cy="5236625"/>
          </a:xfrm>
        </p:grpSpPr>
        <p:sp>
          <p:nvSpPr>
            <p:cNvPr id="327" name="Google Shape;327;p48"/>
            <p:cNvSpPr/>
            <p:nvPr/>
          </p:nvSpPr>
          <p:spPr>
            <a:xfrm>
              <a:off x="1934125" y="2665200"/>
              <a:ext cx="3743200" cy="2811675"/>
            </a:xfrm>
            <a:custGeom>
              <a:rect b="b" l="l" r="r" t="t"/>
              <a:pathLst>
                <a:path extrusionOk="0" h="112467" w="149728">
                  <a:moveTo>
                    <a:pt x="7521" y="1"/>
                  </a:moveTo>
                  <a:cubicBezTo>
                    <a:pt x="3419" y="1"/>
                    <a:pt x="0" y="3419"/>
                    <a:pt x="342" y="7521"/>
                  </a:cubicBezTo>
                  <a:lnTo>
                    <a:pt x="342" y="104605"/>
                  </a:lnTo>
                  <a:cubicBezTo>
                    <a:pt x="0" y="108707"/>
                    <a:pt x="3419" y="112125"/>
                    <a:pt x="7521" y="112467"/>
                  </a:cubicBezTo>
                  <a:lnTo>
                    <a:pt x="142207" y="112467"/>
                  </a:lnTo>
                  <a:cubicBezTo>
                    <a:pt x="146309" y="112467"/>
                    <a:pt x="149728" y="109049"/>
                    <a:pt x="149728" y="104605"/>
                  </a:cubicBezTo>
                  <a:lnTo>
                    <a:pt x="149728" y="7521"/>
                  </a:lnTo>
                  <a:cubicBezTo>
                    <a:pt x="149728" y="3419"/>
                    <a:pt x="146309" y="1"/>
                    <a:pt x="14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1173525" y="240250"/>
              <a:ext cx="5255850" cy="2801000"/>
            </a:xfrm>
            <a:custGeom>
              <a:rect b="b" l="l" r="r" t="t"/>
              <a:pathLst>
                <a:path extrusionOk="0" h="112040" w="210234">
                  <a:moveTo>
                    <a:pt x="105245" y="0"/>
                  </a:moveTo>
                  <a:cubicBezTo>
                    <a:pt x="103322" y="0"/>
                    <a:pt x="101357" y="770"/>
                    <a:pt x="99819" y="2308"/>
                  </a:cubicBezTo>
                  <a:lnTo>
                    <a:pt x="2735" y="99391"/>
                  </a:lnTo>
                  <a:cubicBezTo>
                    <a:pt x="684" y="101442"/>
                    <a:pt x="0" y="104519"/>
                    <a:pt x="1368" y="107254"/>
                  </a:cubicBezTo>
                  <a:cubicBezTo>
                    <a:pt x="2393" y="110330"/>
                    <a:pt x="5128" y="112040"/>
                    <a:pt x="8205" y="112040"/>
                  </a:cubicBezTo>
                  <a:lnTo>
                    <a:pt x="202372" y="112040"/>
                  </a:lnTo>
                  <a:cubicBezTo>
                    <a:pt x="205448" y="112040"/>
                    <a:pt x="208183" y="110330"/>
                    <a:pt x="209208" y="107254"/>
                  </a:cubicBezTo>
                  <a:cubicBezTo>
                    <a:pt x="210234" y="104519"/>
                    <a:pt x="209892" y="101442"/>
                    <a:pt x="207841" y="99391"/>
                  </a:cubicBezTo>
                  <a:lnTo>
                    <a:pt x="110416" y="2308"/>
                  </a:lnTo>
                  <a:cubicBezTo>
                    <a:pt x="109048" y="770"/>
                    <a:pt x="107168" y="0"/>
                    <a:pt x="1052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48">
            <a:hlinkClick action="ppaction://hlinksldjump" r:id="rId3"/>
          </p:cNvPr>
          <p:cNvSpPr/>
          <p:nvPr/>
        </p:nvSpPr>
        <p:spPr>
          <a:xfrm>
            <a:off x="4420225" y="4302700"/>
            <a:ext cx="306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" name="Google Shape;330;p48"/>
          <p:cNvGrpSpPr/>
          <p:nvPr/>
        </p:nvGrpSpPr>
        <p:grpSpPr>
          <a:xfrm rot="703690">
            <a:off x="6705412" y="3686813"/>
            <a:ext cx="805111" cy="1003010"/>
            <a:chOff x="-1778892" y="2016220"/>
            <a:chExt cx="891846" cy="1111064"/>
          </a:xfrm>
        </p:grpSpPr>
        <p:sp>
          <p:nvSpPr>
            <p:cNvPr id="331" name="Google Shape;331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2" name="Google Shape;332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33" name="Google Shape;333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35" name="Google Shape;335;p48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6" name="Google Shape;336;p48"/>
          <p:cNvGrpSpPr/>
          <p:nvPr/>
        </p:nvGrpSpPr>
        <p:grpSpPr>
          <a:xfrm flipH="1" rot="-976164">
            <a:off x="6625467" y="501472"/>
            <a:ext cx="756060" cy="941903"/>
            <a:chOff x="-1778892" y="2016220"/>
            <a:chExt cx="891846" cy="1111064"/>
          </a:xfrm>
        </p:grpSpPr>
        <p:sp>
          <p:nvSpPr>
            <p:cNvPr id="337" name="Google Shape;337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8" name="Google Shape;338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39" name="Google Shape;339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1" name="Google Shape;341;p48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" name="Google Shape;342;p48"/>
          <p:cNvGrpSpPr/>
          <p:nvPr/>
        </p:nvGrpSpPr>
        <p:grpSpPr>
          <a:xfrm rot="1049909">
            <a:off x="7670969" y="2362567"/>
            <a:ext cx="757539" cy="943779"/>
            <a:chOff x="-1778892" y="2016220"/>
            <a:chExt cx="891846" cy="1111064"/>
          </a:xfrm>
        </p:grpSpPr>
        <p:sp>
          <p:nvSpPr>
            <p:cNvPr id="343" name="Google Shape;343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4" name="Google Shape;344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45" name="Google Shape;345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" name="Google Shape;347;p48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8" name="Google Shape;348;p48"/>
          <p:cNvGrpSpPr/>
          <p:nvPr/>
        </p:nvGrpSpPr>
        <p:grpSpPr>
          <a:xfrm rot="900186">
            <a:off x="248138" y="2017374"/>
            <a:ext cx="867828" cy="1081144"/>
            <a:chOff x="-1778892" y="2016220"/>
            <a:chExt cx="891846" cy="1111064"/>
          </a:xfrm>
        </p:grpSpPr>
        <p:sp>
          <p:nvSpPr>
            <p:cNvPr id="349" name="Google Shape;349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0" name="Google Shape;350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51" name="Google Shape;351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3" name="Google Shape;353;p48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4" name="Google Shape;354;p48"/>
          <p:cNvGrpSpPr/>
          <p:nvPr/>
        </p:nvGrpSpPr>
        <p:grpSpPr>
          <a:xfrm rot="-899398">
            <a:off x="1082254" y="3733655"/>
            <a:ext cx="758922" cy="945468"/>
            <a:chOff x="-1778892" y="2016220"/>
            <a:chExt cx="891846" cy="1111064"/>
          </a:xfrm>
        </p:grpSpPr>
        <p:sp>
          <p:nvSpPr>
            <p:cNvPr id="355" name="Google Shape;355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57" name="Google Shape;357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9" name="Google Shape;359;p48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48"/>
          <p:cNvGrpSpPr/>
          <p:nvPr/>
        </p:nvGrpSpPr>
        <p:grpSpPr>
          <a:xfrm rot="-455679">
            <a:off x="4062439" y="252009"/>
            <a:ext cx="807065" cy="1005569"/>
            <a:chOff x="-1778892" y="2016220"/>
            <a:chExt cx="891846" cy="1111064"/>
          </a:xfrm>
        </p:grpSpPr>
        <p:sp>
          <p:nvSpPr>
            <p:cNvPr id="361" name="Google Shape;361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2" name="Google Shape;362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63" name="Google Shape;363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5" name="Google Shape;365;p48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48"/>
          <p:cNvGrpSpPr/>
          <p:nvPr/>
        </p:nvGrpSpPr>
        <p:grpSpPr>
          <a:xfrm rot="-752801">
            <a:off x="1302667" y="367844"/>
            <a:ext cx="867890" cy="1081220"/>
            <a:chOff x="-1778892" y="2016220"/>
            <a:chExt cx="891846" cy="1111064"/>
          </a:xfrm>
        </p:grpSpPr>
        <p:sp>
          <p:nvSpPr>
            <p:cNvPr id="367" name="Google Shape;367;p48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48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369" name="Google Shape;369;p48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48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1" name="Google Shape;371;p48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49"/>
          <p:cNvGrpSpPr/>
          <p:nvPr/>
        </p:nvGrpSpPr>
        <p:grpSpPr>
          <a:xfrm>
            <a:off x="4462145" y="46056"/>
            <a:ext cx="5051460" cy="5051375"/>
            <a:chOff x="3651220" y="46068"/>
            <a:chExt cx="5051460" cy="5051375"/>
          </a:xfrm>
        </p:grpSpPr>
        <p:pic>
          <p:nvPicPr>
            <p:cNvPr id="377" name="Google Shape;377;p4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93000" y="1225925"/>
              <a:ext cx="3567901" cy="2691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8" name="Google Shape;378;p49"/>
            <p:cNvGrpSpPr/>
            <p:nvPr/>
          </p:nvGrpSpPr>
          <p:grpSpPr>
            <a:xfrm>
              <a:off x="3651220" y="46068"/>
              <a:ext cx="5051460" cy="5051375"/>
              <a:chOff x="5686721" y="1540347"/>
              <a:chExt cx="2062831" cy="2062796"/>
            </a:xfrm>
          </p:grpSpPr>
          <p:sp>
            <p:nvSpPr>
              <p:cNvPr id="379" name="Google Shape;379;p49"/>
              <p:cNvSpPr/>
              <p:nvPr/>
            </p:nvSpPr>
            <p:spPr>
              <a:xfrm>
                <a:off x="5686721" y="1540347"/>
                <a:ext cx="2062831" cy="2062796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54675">
                <a:solidFill>
                  <a:srgbClr val="000000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49"/>
              <p:cNvSpPr/>
              <p:nvPr/>
            </p:nvSpPr>
            <p:spPr>
              <a:xfrm>
                <a:off x="6419478" y="1588953"/>
                <a:ext cx="441605" cy="765726"/>
              </a:xfrm>
              <a:custGeom>
                <a:rect b="b" l="l" r="r" t="t"/>
                <a:pathLst>
                  <a:path extrusionOk="0" h="22134" w="12765">
                    <a:moveTo>
                      <a:pt x="8526" y="0"/>
                    </a:moveTo>
                    <a:cubicBezTo>
                      <a:pt x="5633" y="0"/>
                      <a:pt x="2763" y="441"/>
                      <a:pt x="1" y="1310"/>
                    </a:cubicBezTo>
                    <a:lnTo>
                      <a:pt x="3763" y="16978"/>
                    </a:lnTo>
                    <a:lnTo>
                      <a:pt x="7931" y="22134"/>
                    </a:lnTo>
                    <a:lnTo>
                      <a:pt x="10990" y="17145"/>
                    </a:lnTo>
                    <a:lnTo>
                      <a:pt x="12764" y="310"/>
                    </a:lnTo>
                    <a:cubicBezTo>
                      <a:pt x="11360" y="107"/>
                      <a:pt x="9943" y="0"/>
                      <a:pt x="8526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49"/>
              <p:cNvSpPr/>
              <p:nvPr/>
            </p:nvSpPr>
            <p:spPr>
              <a:xfrm>
                <a:off x="6517105" y="2597674"/>
                <a:ext cx="494743" cy="950152"/>
              </a:xfrm>
              <a:custGeom>
                <a:rect b="b" l="l" r="r" t="t"/>
                <a:pathLst>
                  <a:path extrusionOk="0" h="27465" w="14301">
                    <a:moveTo>
                      <a:pt x="5585" y="1"/>
                    </a:moveTo>
                    <a:lnTo>
                      <a:pt x="2263" y="5418"/>
                    </a:lnTo>
                    <a:lnTo>
                      <a:pt x="1" y="26885"/>
                    </a:lnTo>
                    <a:cubicBezTo>
                      <a:pt x="1884" y="27272"/>
                      <a:pt x="3794" y="27464"/>
                      <a:pt x="5702" y="27464"/>
                    </a:cubicBezTo>
                    <a:cubicBezTo>
                      <a:pt x="8606" y="27464"/>
                      <a:pt x="11505" y="27018"/>
                      <a:pt x="14300" y="26135"/>
                    </a:cubicBezTo>
                    <a:lnTo>
                      <a:pt x="9073" y="4322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49"/>
              <p:cNvSpPr/>
              <p:nvPr/>
            </p:nvSpPr>
            <p:spPr>
              <a:xfrm>
                <a:off x="5724638" y="2320049"/>
                <a:ext cx="881065" cy="468797"/>
              </a:xfrm>
              <a:custGeom>
                <a:rect b="b" l="l" r="r" t="t"/>
                <a:pathLst>
                  <a:path extrusionOk="0" h="13551" w="25468">
                    <a:moveTo>
                      <a:pt x="1226" y="1"/>
                    </a:moveTo>
                    <a:cubicBezTo>
                      <a:pt x="72" y="4442"/>
                      <a:pt x="0" y="9085"/>
                      <a:pt x="1024" y="13550"/>
                    </a:cubicBezTo>
                    <a:lnTo>
                      <a:pt x="20324" y="8918"/>
                    </a:lnTo>
                    <a:lnTo>
                      <a:pt x="25468" y="4751"/>
                    </a:lnTo>
                    <a:lnTo>
                      <a:pt x="21146" y="2108"/>
                    </a:lnTo>
                    <a:lnTo>
                      <a:pt x="1226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49"/>
              <p:cNvSpPr/>
              <p:nvPr/>
            </p:nvSpPr>
            <p:spPr>
              <a:xfrm>
                <a:off x="6848283" y="2197721"/>
                <a:ext cx="845640" cy="465891"/>
              </a:xfrm>
              <a:custGeom>
                <a:rect b="b" l="l" r="r" t="t"/>
                <a:pathLst>
                  <a:path extrusionOk="0" h="13467" w="24444">
                    <a:moveTo>
                      <a:pt x="22336" y="1"/>
                    </a:moveTo>
                    <a:lnTo>
                      <a:pt x="4334" y="4323"/>
                    </a:lnTo>
                    <a:lnTo>
                      <a:pt x="0" y="7811"/>
                    </a:lnTo>
                    <a:lnTo>
                      <a:pt x="6084" y="11538"/>
                    </a:lnTo>
                    <a:lnTo>
                      <a:pt x="24313" y="13467"/>
                    </a:lnTo>
                    <a:cubicBezTo>
                      <a:pt x="24396" y="12562"/>
                      <a:pt x="24444" y="11645"/>
                      <a:pt x="24444" y="10716"/>
                    </a:cubicBezTo>
                    <a:cubicBezTo>
                      <a:pt x="24444" y="7037"/>
                      <a:pt x="23730" y="3406"/>
                      <a:pt x="22336" y="1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49"/>
              <p:cNvSpPr/>
              <p:nvPr/>
            </p:nvSpPr>
            <p:spPr>
              <a:xfrm>
                <a:off x="6776602" y="1672984"/>
                <a:ext cx="703143" cy="727014"/>
              </a:xfrm>
              <a:custGeom>
                <a:rect b="b" l="l" r="r" t="t"/>
                <a:pathLst>
                  <a:path extrusionOk="0" h="21015" w="20325">
                    <a:moveTo>
                      <a:pt x="9692" y="0"/>
                    </a:moveTo>
                    <a:lnTo>
                      <a:pt x="667" y="14728"/>
                    </a:lnTo>
                    <a:lnTo>
                      <a:pt x="1" y="21015"/>
                    </a:lnTo>
                    <a:lnTo>
                      <a:pt x="6406" y="19479"/>
                    </a:lnTo>
                    <a:lnTo>
                      <a:pt x="20325" y="8215"/>
                    </a:lnTo>
                    <a:cubicBezTo>
                      <a:pt x="17491" y="4667"/>
                      <a:pt x="13848" y="1857"/>
                      <a:pt x="9692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49"/>
              <p:cNvSpPr/>
              <p:nvPr/>
            </p:nvSpPr>
            <p:spPr>
              <a:xfrm>
                <a:off x="5887338" y="1738473"/>
                <a:ext cx="717950" cy="670174"/>
              </a:xfrm>
              <a:custGeom>
                <a:rect b="b" l="l" r="r" t="t"/>
                <a:pathLst>
                  <a:path extrusionOk="0" h="19372" w="20753">
                    <a:moveTo>
                      <a:pt x="8894" y="0"/>
                    </a:moveTo>
                    <a:cubicBezTo>
                      <a:pt x="5310" y="2239"/>
                      <a:pt x="2274" y="5263"/>
                      <a:pt x="0" y="8835"/>
                    </a:cubicBezTo>
                    <a:lnTo>
                      <a:pt x="16443" y="18919"/>
                    </a:lnTo>
                    <a:lnTo>
                      <a:pt x="20753" y="19372"/>
                    </a:lnTo>
                    <a:lnTo>
                      <a:pt x="19145" y="12656"/>
                    </a:lnTo>
                    <a:lnTo>
                      <a:pt x="8894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49"/>
              <p:cNvSpPr/>
              <p:nvPr/>
            </p:nvSpPr>
            <p:spPr>
              <a:xfrm>
                <a:off x="6788538" y="2568856"/>
                <a:ext cx="831664" cy="774374"/>
              </a:xfrm>
              <a:custGeom>
                <a:rect b="b" l="l" r="r" t="t"/>
                <a:pathLst>
                  <a:path extrusionOk="0" h="22384" w="24040">
                    <a:moveTo>
                      <a:pt x="1" y="0"/>
                    </a:moveTo>
                    <a:lnTo>
                      <a:pt x="1227" y="5155"/>
                    </a:lnTo>
                    <a:lnTo>
                      <a:pt x="15181" y="22384"/>
                    </a:lnTo>
                    <a:cubicBezTo>
                      <a:pt x="19099" y="19348"/>
                      <a:pt x="22147" y="15347"/>
                      <a:pt x="24040" y="10775"/>
                    </a:cubicBezTo>
                    <a:lnTo>
                      <a:pt x="7811" y="8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49"/>
              <p:cNvSpPr/>
              <p:nvPr/>
            </p:nvSpPr>
            <p:spPr>
              <a:xfrm>
                <a:off x="5876198" y="2583248"/>
                <a:ext cx="740644" cy="826302"/>
              </a:xfrm>
              <a:custGeom>
                <a:rect b="b" l="l" r="r" t="t"/>
                <a:pathLst>
                  <a:path extrusionOk="0" h="23885" w="21409">
                    <a:moveTo>
                      <a:pt x="21408" y="1"/>
                    </a:moveTo>
                    <a:lnTo>
                      <a:pt x="15943" y="1310"/>
                    </a:lnTo>
                    <a:lnTo>
                      <a:pt x="1" y="14217"/>
                    </a:lnTo>
                    <a:cubicBezTo>
                      <a:pt x="2406" y="18182"/>
                      <a:pt x="5739" y="21503"/>
                      <a:pt x="9716" y="23885"/>
                    </a:cubicBezTo>
                    <a:lnTo>
                      <a:pt x="20789" y="5835"/>
                    </a:lnTo>
                    <a:lnTo>
                      <a:pt x="21408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8" name="Google Shape;388;p49"/>
          <p:cNvSpPr txBox="1"/>
          <p:nvPr>
            <p:ph type="title"/>
          </p:nvPr>
        </p:nvSpPr>
        <p:spPr>
          <a:xfrm>
            <a:off x="1053374" y="546075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Botões</a:t>
            </a:r>
            <a:endParaRPr/>
          </a:p>
        </p:txBody>
      </p:sp>
      <p:sp>
        <p:nvSpPr>
          <p:cNvPr id="389" name="Google Shape;389;p49"/>
          <p:cNvSpPr txBox="1"/>
          <p:nvPr>
            <p:ph idx="1" type="subTitle"/>
          </p:nvPr>
        </p:nvSpPr>
        <p:spPr>
          <a:xfrm>
            <a:off x="712300" y="1956475"/>
            <a:ext cx="32235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- Encaminha para Mesa de Jogo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 - Encaminha para aba de opções</a:t>
            </a:r>
            <a:endParaRPr/>
          </a:p>
        </p:txBody>
      </p:sp>
      <p:pic>
        <p:nvPicPr>
          <p:cNvPr id="390" name="Google Shape;39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5025" y="1128650"/>
            <a:ext cx="3825700" cy="2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0"/>
          <p:cNvSpPr txBox="1"/>
          <p:nvPr>
            <p:ph type="title"/>
          </p:nvPr>
        </p:nvSpPr>
        <p:spPr>
          <a:xfrm>
            <a:off x="3512925" y="1828400"/>
            <a:ext cx="3818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Menu de Opções</a:t>
            </a:r>
            <a:endParaRPr/>
          </a:p>
        </p:txBody>
      </p:sp>
      <p:sp>
        <p:nvSpPr>
          <p:cNvPr id="396" name="Google Shape;396;p50"/>
          <p:cNvSpPr/>
          <p:nvPr/>
        </p:nvSpPr>
        <p:spPr>
          <a:xfrm>
            <a:off x="2288100" y="2124275"/>
            <a:ext cx="926700" cy="9267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0"/>
          <p:cNvSpPr txBox="1"/>
          <p:nvPr>
            <p:ph idx="1" type="subTitle"/>
          </p:nvPr>
        </p:nvSpPr>
        <p:spPr>
          <a:xfrm>
            <a:off x="3512988" y="2768600"/>
            <a:ext cx="3342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Aba de configurações gerais</a:t>
            </a:r>
            <a:endParaRPr/>
          </a:p>
        </p:txBody>
      </p:sp>
      <p:sp>
        <p:nvSpPr>
          <p:cNvPr id="398" name="Google Shape;398;p50"/>
          <p:cNvSpPr txBox="1"/>
          <p:nvPr>
            <p:ph idx="2" type="title"/>
          </p:nvPr>
        </p:nvSpPr>
        <p:spPr>
          <a:xfrm>
            <a:off x="2313300" y="2270525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399" name="Google Shape;399;p50"/>
          <p:cNvGrpSpPr/>
          <p:nvPr/>
        </p:nvGrpSpPr>
        <p:grpSpPr>
          <a:xfrm>
            <a:off x="4417474" y="4302551"/>
            <a:ext cx="306416" cy="305295"/>
            <a:chOff x="1173525" y="240250"/>
            <a:chExt cx="5255850" cy="5236625"/>
          </a:xfrm>
        </p:grpSpPr>
        <p:sp>
          <p:nvSpPr>
            <p:cNvPr id="400" name="Google Shape;400;p50"/>
            <p:cNvSpPr/>
            <p:nvPr/>
          </p:nvSpPr>
          <p:spPr>
            <a:xfrm>
              <a:off x="1934125" y="2665200"/>
              <a:ext cx="3743200" cy="2811675"/>
            </a:xfrm>
            <a:custGeom>
              <a:rect b="b" l="l" r="r" t="t"/>
              <a:pathLst>
                <a:path extrusionOk="0" h="112467" w="149728">
                  <a:moveTo>
                    <a:pt x="7521" y="1"/>
                  </a:moveTo>
                  <a:cubicBezTo>
                    <a:pt x="3419" y="1"/>
                    <a:pt x="0" y="3419"/>
                    <a:pt x="342" y="7521"/>
                  </a:cubicBezTo>
                  <a:lnTo>
                    <a:pt x="342" y="104605"/>
                  </a:lnTo>
                  <a:cubicBezTo>
                    <a:pt x="0" y="108707"/>
                    <a:pt x="3419" y="112125"/>
                    <a:pt x="7521" y="112467"/>
                  </a:cubicBezTo>
                  <a:lnTo>
                    <a:pt x="142207" y="112467"/>
                  </a:lnTo>
                  <a:cubicBezTo>
                    <a:pt x="146309" y="112467"/>
                    <a:pt x="149728" y="109049"/>
                    <a:pt x="149728" y="104605"/>
                  </a:cubicBezTo>
                  <a:lnTo>
                    <a:pt x="149728" y="7521"/>
                  </a:lnTo>
                  <a:cubicBezTo>
                    <a:pt x="149728" y="3419"/>
                    <a:pt x="146309" y="1"/>
                    <a:pt x="14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0"/>
            <p:cNvSpPr/>
            <p:nvPr/>
          </p:nvSpPr>
          <p:spPr>
            <a:xfrm>
              <a:off x="1173525" y="240250"/>
              <a:ext cx="5255850" cy="2801000"/>
            </a:xfrm>
            <a:custGeom>
              <a:rect b="b" l="l" r="r" t="t"/>
              <a:pathLst>
                <a:path extrusionOk="0" h="112040" w="210234">
                  <a:moveTo>
                    <a:pt x="105245" y="0"/>
                  </a:moveTo>
                  <a:cubicBezTo>
                    <a:pt x="103322" y="0"/>
                    <a:pt x="101357" y="770"/>
                    <a:pt x="99819" y="2308"/>
                  </a:cubicBezTo>
                  <a:lnTo>
                    <a:pt x="2735" y="99391"/>
                  </a:lnTo>
                  <a:cubicBezTo>
                    <a:pt x="684" y="101442"/>
                    <a:pt x="0" y="104519"/>
                    <a:pt x="1368" y="107254"/>
                  </a:cubicBezTo>
                  <a:cubicBezTo>
                    <a:pt x="2393" y="110330"/>
                    <a:pt x="5128" y="112040"/>
                    <a:pt x="8205" y="112040"/>
                  </a:cubicBezTo>
                  <a:lnTo>
                    <a:pt x="202372" y="112040"/>
                  </a:lnTo>
                  <a:cubicBezTo>
                    <a:pt x="205448" y="112040"/>
                    <a:pt x="208183" y="110330"/>
                    <a:pt x="209208" y="107254"/>
                  </a:cubicBezTo>
                  <a:cubicBezTo>
                    <a:pt x="210234" y="104519"/>
                    <a:pt x="209892" y="101442"/>
                    <a:pt x="207841" y="99391"/>
                  </a:cubicBezTo>
                  <a:lnTo>
                    <a:pt x="110416" y="2308"/>
                  </a:lnTo>
                  <a:cubicBezTo>
                    <a:pt x="109048" y="770"/>
                    <a:pt x="107168" y="0"/>
                    <a:pt x="1052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2" name="Google Shape;402;p50">
            <a:hlinkClick action="ppaction://hlinksldjump" r:id="rId3"/>
          </p:cNvPr>
          <p:cNvSpPr/>
          <p:nvPr/>
        </p:nvSpPr>
        <p:spPr>
          <a:xfrm>
            <a:off x="4420225" y="4302700"/>
            <a:ext cx="306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50"/>
          <p:cNvGrpSpPr/>
          <p:nvPr/>
        </p:nvGrpSpPr>
        <p:grpSpPr>
          <a:xfrm rot="703690">
            <a:off x="6705412" y="3686813"/>
            <a:ext cx="805111" cy="1003010"/>
            <a:chOff x="-1778892" y="2016220"/>
            <a:chExt cx="891846" cy="1111064"/>
          </a:xfrm>
        </p:grpSpPr>
        <p:sp>
          <p:nvSpPr>
            <p:cNvPr id="404" name="Google Shape;404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5" name="Google Shape;405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06" name="Google Shape;406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8" name="Google Shape;408;p50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9" name="Google Shape;409;p50"/>
          <p:cNvGrpSpPr/>
          <p:nvPr/>
        </p:nvGrpSpPr>
        <p:grpSpPr>
          <a:xfrm flipH="1" rot="-976164">
            <a:off x="6625467" y="501472"/>
            <a:ext cx="756060" cy="941903"/>
            <a:chOff x="-1778892" y="2016220"/>
            <a:chExt cx="891846" cy="1111064"/>
          </a:xfrm>
        </p:grpSpPr>
        <p:sp>
          <p:nvSpPr>
            <p:cNvPr id="410" name="Google Shape;410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12" name="Google Shape;412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50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50"/>
          <p:cNvGrpSpPr/>
          <p:nvPr/>
        </p:nvGrpSpPr>
        <p:grpSpPr>
          <a:xfrm rot="1049909">
            <a:off x="7670969" y="2362567"/>
            <a:ext cx="757539" cy="943779"/>
            <a:chOff x="-1778892" y="2016220"/>
            <a:chExt cx="891846" cy="1111064"/>
          </a:xfrm>
        </p:grpSpPr>
        <p:sp>
          <p:nvSpPr>
            <p:cNvPr id="416" name="Google Shape;416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7" name="Google Shape;417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18" name="Google Shape;418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0" name="Google Shape;420;p50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1" name="Google Shape;421;p50"/>
          <p:cNvGrpSpPr/>
          <p:nvPr/>
        </p:nvGrpSpPr>
        <p:grpSpPr>
          <a:xfrm rot="900186">
            <a:off x="248138" y="2017374"/>
            <a:ext cx="867828" cy="1081144"/>
            <a:chOff x="-1778892" y="2016220"/>
            <a:chExt cx="891846" cy="1111064"/>
          </a:xfrm>
        </p:grpSpPr>
        <p:sp>
          <p:nvSpPr>
            <p:cNvPr id="422" name="Google Shape;422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3" name="Google Shape;423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24" name="Google Shape;424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6" name="Google Shape;426;p50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7" name="Google Shape;427;p50"/>
          <p:cNvGrpSpPr/>
          <p:nvPr/>
        </p:nvGrpSpPr>
        <p:grpSpPr>
          <a:xfrm rot="-899398">
            <a:off x="1082254" y="3733655"/>
            <a:ext cx="758922" cy="945468"/>
            <a:chOff x="-1778892" y="2016220"/>
            <a:chExt cx="891846" cy="1111064"/>
          </a:xfrm>
        </p:grpSpPr>
        <p:sp>
          <p:nvSpPr>
            <p:cNvPr id="428" name="Google Shape;428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9" name="Google Shape;429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30" name="Google Shape;430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2" name="Google Shape;432;p50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50"/>
          <p:cNvGrpSpPr/>
          <p:nvPr/>
        </p:nvGrpSpPr>
        <p:grpSpPr>
          <a:xfrm rot="-455679">
            <a:off x="4062439" y="252009"/>
            <a:ext cx="807065" cy="1005569"/>
            <a:chOff x="-1778892" y="2016220"/>
            <a:chExt cx="891846" cy="1111064"/>
          </a:xfrm>
        </p:grpSpPr>
        <p:sp>
          <p:nvSpPr>
            <p:cNvPr id="434" name="Google Shape;434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5" name="Google Shape;435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36" name="Google Shape;436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8" name="Google Shape;438;p50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" name="Google Shape;439;p50"/>
          <p:cNvGrpSpPr/>
          <p:nvPr/>
        </p:nvGrpSpPr>
        <p:grpSpPr>
          <a:xfrm rot="-752801">
            <a:off x="1302667" y="367844"/>
            <a:ext cx="867890" cy="1081220"/>
            <a:chOff x="-1778892" y="2016220"/>
            <a:chExt cx="891846" cy="1111064"/>
          </a:xfrm>
        </p:grpSpPr>
        <p:sp>
          <p:nvSpPr>
            <p:cNvPr id="440" name="Google Shape;440;p50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1" name="Google Shape;441;p50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42" name="Google Shape;442;p50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50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4" name="Google Shape;444;p50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449;p51"/>
          <p:cNvGrpSpPr/>
          <p:nvPr/>
        </p:nvGrpSpPr>
        <p:grpSpPr>
          <a:xfrm>
            <a:off x="4462145" y="46056"/>
            <a:ext cx="5051460" cy="5051375"/>
            <a:chOff x="3651220" y="46068"/>
            <a:chExt cx="5051460" cy="5051375"/>
          </a:xfrm>
        </p:grpSpPr>
        <p:pic>
          <p:nvPicPr>
            <p:cNvPr id="450" name="Google Shape;450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93000" y="1225925"/>
              <a:ext cx="3567901" cy="2691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51" name="Google Shape;451;p51"/>
            <p:cNvGrpSpPr/>
            <p:nvPr/>
          </p:nvGrpSpPr>
          <p:grpSpPr>
            <a:xfrm>
              <a:off x="3651220" y="46068"/>
              <a:ext cx="5051460" cy="5051375"/>
              <a:chOff x="5686721" y="1540347"/>
              <a:chExt cx="2062831" cy="2062796"/>
            </a:xfrm>
          </p:grpSpPr>
          <p:sp>
            <p:nvSpPr>
              <p:cNvPr id="452" name="Google Shape;452;p51"/>
              <p:cNvSpPr/>
              <p:nvPr/>
            </p:nvSpPr>
            <p:spPr>
              <a:xfrm>
                <a:off x="5686721" y="1540347"/>
                <a:ext cx="2062831" cy="2062796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54675">
                <a:solidFill>
                  <a:srgbClr val="000000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51"/>
              <p:cNvSpPr/>
              <p:nvPr/>
            </p:nvSpPr>
            <p:spPr>
              <a:xfrm>
                <a:off x="6419478" y="1588953"/>
                <a:ext cx="441605" cy="765726"/>
              </a:xfrm>
              <a:custGeom>
                <a:rect b="b" l="l" r="r" t="t"/>
                <a:pathLst>
                  <a:path extrusionOk="0" h="22134" w="12765">
                    <a:moveTo>
                      <a:pt x="8526" y="0"/>
                    </a:moveTo>
                    <a:cubicBezTo>
                      <a:pt x="5633" y="0"/>
                      <a:pt x="2763" y="441"/>
                      <a:pt x="1" y="1310"/>
                    </a:cubicBezTo>
                    <a:lnTo>
                      <a:pt x="3763" y="16978"/>
                    </a:lnTo>
                    <a:lnTo>
                      <a:pt x="7931" y="22134"/>
                    </a:lnTo>
                    <a:lnTo>
                      <a:pt x="10990" y="17145"/>
                    </a:lnTo>
                    <a:lnTo>
                      <a:pt x="12764" y="310"/>
                    </a:lnTo>
                    <a:cubicBezTo>
                      <a:pt x="11360" y="107"/>
                      <a:pt x="9943" y="0"/>
                      <a:pt x="8526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51"/>
              <p:cNvSpPr/>
              <p:nvPr/>
            </p:nvSpPr>
            <p:spPr>
              <a:xfrm>
                <a:off x="6517105" y="2597674"/>
                <a:ext cx="494743" cy="950152"/>
              </a:xfrm>
              <a:custGeom>
                <a:rect b="b" l="l" r="r" t="t"/>
                <a:pathLst>
                  <a:path extrusionOk="0" h="27465" w="14301">
                    <a:moveTo>
                      <a:pt x="5585" y="1"/>
                    </a:moveTo>
                    <a:lnTo>
                      <a:pt x="2263" y="5418"/>
                    </a:lnTo>
                    <a:lnTo>
                      <a:pt x="1" y="26885"/>
                    </a:lnTo>
                    <a:cubicBezTo>
                      <a:pt x="1884" y="27272"/>
                      <a:pt x="3794" y="27464"/>
                      <a:pt x="5702" y="27464"/>
                    </a:cubicBezTo>
                    <a:cubicBezTo>
                      <a:pt x="8606" y="27464"/>
                      <a:pt x="11505" y="27018"/>
                      <a:pt x="14300" y="26135"/>
                    </a:cubicBezTo>
                    <a:lnTo>
                      <a:pt x="9073" y="4322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51"/>
              <p:cNvSpPr/>
              <p:nvPr/>
            </p:nvSpPr>
            <p:spPr>
              <a:xfrm>
                <a:off x="5724638" y="2320049"/>
                <a:ext cx="881065" cy="468797"/>
              </a:xfrm>
              <a:custGeom>
                <a:rect b="b" l="l" r="r" t="t"/>
                <a:pathLst>
                  <a:path extrusionOk="0" h="13551" w="25468">
                    <a:moveTo>
                      <a:pt x="1226" y="1"/>
                    </a:moveTo>
                    <a:cubicBezTo>
                      <a:pt x="72" y="4442"/>
                      <a:pt x="0" y="9085"/>
                      <a:pt x="1024" y="13550"/>
                    </a:cubicBezTo>
                    <a:lnTo>
                      <a:pt x="20324" y="8918"/>
                    </a:lnTo>
                    <a:lnTo>
                      <a:pt x="25468" y="4751"/>
                    </a:lnTo>
                    <a:lnTo>
                      <a:pt x="21146" y="2108"/>
                    </a:lnTo>
                    <a:lnTo>
                      <a:pt x="1226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51"/>
              <p:cNvSpPr/>
              <p:nvPr/>
            </p:nvSpPr>
            <p:spPr>
              <a:xfrm>
                <a:off x="6848283" y="2197721"/>
                <a:ext cx="845640" cy="465891"/>
              </a:xfrm>
              <a:custGeom>
                <a:rect b="b" l="l" r="r" t="t"/>
                <a:pathLst>
                  <a:path extrusionOk="0" h="13467" w="24444">
                    <a:moveTo>
                      <a:pt x="22336" y="1"/>
                    </a:moveTo>
                    <a:lnTo>
                      <a:pt x="4334" y="4323"/>
                    </a:lnTo>
                    <a:lnTo>
                      <a:pt x="0" y="7811"/>
                    </a:lnTo>
                    <a:lnTo>
                      <a:pt x="6084" y="11538"/>
                    </a:lnTo>
                    <a:lnTo>
                      <a:pt x="24313" y="13467"/>
                    </a:lnTo>
                    <a:cubicBezTo>
                      <a:pt x="24396" y="12562"/>
                      <a:pt x="24444" y="11645"/>
                      <a:pt x="24444" y="10716"/>
                    </a:cubicBezTo>
                    <a:cubicBezTo>
                      <a:pt x="24444" y="7037"/>
                      <a:pt x="23730" y="3406"/>
                      <a:pt x="22336" y="1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51"/>
              <p:cNvSpPr/>
              <p:nvPr/>
            </p:nvSpPr>
            <p:spPr>
              <a:xfrm>
                <a:off x="6776602" y="1672984"/>
                <a:ext cx="703143" cy="727014"/>
              </a:xfrm>
              <a:custGeom>
                <a:rect b="b" l="l" r="r" t="t"/>
                <a:pathLst>
                  <a:path extrusionOk="0" h="21015" w="20325">
                    <a:moveTo>
                      <a:pt x="9692" y="0"/>
                    </a:moveTo>
                    <a:lnTo>
                      <a:pt x="667" y="14728"/>
                    </a:lnTo>
                    <a:lnTo>
                      <a:pt x="1" y="21015"/>
                    </a:lnTo>
                    <a:lnTo>
                      <a:pt x="6406" y="19479"/>
                    </a:lnTo>
                    <a:lnTo>
                      <a:pt x="20325" y="8215"/>
                    </a:lnTo>
                    <a:cubicBezTo>
                      <a:pt x="17491" y="4667"/>
                      <a:pt x="13848" y="1857"/>
                      <a:pt x="9692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51"/>
              <p:cNvSpPr/>
              <p:nvPr/>
            </p:nvSpPr>
            <p:spPr>
              <a:xfrm>
                <a:off x="5887338" y="1738473"/>
                <a:ext cx="717950" cy="670174"/>
              </a:xfrm>
              <a:custGeom>
                <a:rect b="b" l="l" r="r" t="t"/>
                <a:pathLst>
                  <a:path extrusionOk="0" h="19372" w="20753">
                    <a:moveTo>
                      <a:pt x="8894" y="0"/>
                    </a:moveTo>
                    <a:cubicBezTo>
                      <a:pt x="5310" y="2239"/>
                      <a:pt x="2274" y="5263"/>
                      <a:pt x="0" y="8835"/>
                    </a:cubicBezTo>
                    <a:lnTo>
                      <a:pt x="16443" y="18919"/>
                    </a:lnTo>
                    <a:lnTo>
                      <a:pt x="20753" y="19372"/>
                    </a:lnTo>
                    <a:lnTo>
                      <a:pt x="19145" y="12656"/>
                    </a:lnTo>
                    <a:lnTo>
                      <a:pt x="8894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51"/>
              <p:cNvSpPr/>
              <p:nvPr/>
            </p:nvSpPr>
            <p:spPr>
              <a:xfrm>
                <a:off x="6788538" y="2568856"/>
                <a:ext cx="831664" cy="774374"/>
              </a:xfrm>
              <a:custGeom>
                <a:rect b="b" l="l" r="r" t="t"/>
                <a:pathLst>
                  <a:path extrusionOk="0" h="22384" w="24040">
                    <a:moveTo>
                      <a:pt x="1" y="0"/>
                    </a:moveTo>
                    <a:lnTo>
                      <a:pt x="1227" y="5155"/>
                    </a:lnTo>
                    <a:lnTo>
                      <a:pt x="15181" y="22384"/>
                    </a:lnTo>
                    <a:cubicBezTo>
                      <a:pt x="19099" y="19348"/>
                      <a:pt x="22147" y="15347"/>
                      <a:pt x="24040" y="10775"/>
                    </a:cubicBezTo>
                    <a:lnTo>
                      <a:pt x="7811" y="8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51"/>
              <p:cNvSpPr/>
              <p:nvPr/>
            </p:nvSpPr>
            <p:spPr>
              <a:xfrm>
                <a:off x="5876198" y="2583248"/>
                <a:ext cx="740644" cy="826302"/>
              </a:xfrm>
              <a:custGeom>
                <a:rect b="b" l="l" r="r" t="t"/>
                <a:pathLst>
                  <a:path extrusionOk="0" h="23885" w="21409">
                    <a:moveTo>
                      <a:pt x="21408" y="1"/>
                    </a:moveTo>
                    <a:lnTo>
                      <a:pt x="15943" y="1310"/>
                    </a:lnTo>
                    <a:lnTo>
                      <a:pt x="1" y="14217"/>
                    </a:lnTo>
                    <a:cubicBezTo>
                      <a:pt x="2406" y="18182"/>
                      <a:pt x="5739" y="21503"/>
                      <a:pt x="9716" y="23885"/>
                    </a:cubicBezTo>
                    <a:lnTo>
                      <a:pt x="20789" y="5835"/>
                    </a:lnTo>
                    <a:lnTo>
                      <a:pt x="21408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1" name="Google Shape;461;p51"/>
          <p:cNvSpPr txBox="1"/>
          <p:nvPr>
            <p:ph type="title"/>
          </p:nvPr>
        </p:nvSpPr>
        <p:spPr>
          <a:xfrm>
            <a:off x="1053374" y="546075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Botões</a:t>
            </a:r>
            <a:endParaRPr/>
          </a:p>
        </p:txBody>
      </p:sp>
      <p:sp>
        <p:nvSpPr>
          <p:cNvPr id="462" name="Google Shape;462;p51"/>
          <p:cNvSpPr txBox="1"/>
          <p:nvPr>
            <p:ph idx="1" type="subTitle"/>
          </p:nvPr>
        </p:nvSpPr>
        <p:spPr>
          <a:xfrm>
            <a:off x="712300" y="1956475"/>
            <a:ext cx="3223500" cy="20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Scale - Permite uma alteração dinâmica da resolução da tela de jogo.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 - Permite alternar entre valores definidos de som, permitindo aumentar ou diminuir o volume.</a:t>
            </a:r>
            <a:endParaRPr/>
          </a:p>
        </p:txBody>
      </p:sp>
      <p:pic>
        <p:nvPicPr>
          <p:cNvPr id="463" name="Google Shape;463;p51" title="imagem_2025-11-30_204225251.png"/>
          <p:cNvPicPr preferRelativeResize="0"/>
          <p:nvPr/>
        </p:nvPicPr>
        <p:blipFill rotWithShape="1">
          <a:blip r:embed="rId4">
            <a:alphaModFix/>
          </a:blip>
          <a:srcRect b="0" l="485" r="485" t="0"/>
          <a:stretch/>
        </p:blipFill>
        <p:spPr>
          <a:xfrm>
            <a:off x="5075025" y="1128650"/>
            <a:ext cx="3825699" cy="2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 txBox="1"/>
          <p:nvPr>
            <p:ph type="title"/>
          </p:nvPr>
        </p:nvSpPr>
        <p:spPr>
          <a:xfrm>
            <a:off x="3512925" y="1828400"/>
            <a:ext cx="38184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Menu de Pausa</a:t>
            </a:r>
            <a:endParaRPr/>
          </a:p>
        </p:txBody>
      </p:sp>
      <p:sp>
        <p:nvSpPr>
          <p:cNvPr id="469" name="Google Shape;469;p52"/>
          <p:cNvSpPr/>
          <p:nvPr/>
        </p:nvSpPr>
        <p:spPr>
          <a:xfrm>
            <a:off x="2288100" y="2124275"/>
            <a:ext cx="926700" cy="926700"/>
          </a:xfrm>
          <a:prstGeom prst="ellipse">
            <a:avLst/>
          </a:pr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2"/>
          <p:cNvSpPr txBox="1"/>
          <p:nvPr>
            <p:ph idx="1" type="subTitle"/>
          </p:nvPr>
        </p:nvSpPr>
        <p:spPr>
          <a:xfrm>
            <a:off x="3512988" y="2768600"/>
            <a:ext cx="33429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Aba de Pausa do Jogo</a:t>
            </a:r>
            <a:endParaRPr/>
          </a:p>
        </p:txBody>
      </p:sp>
      <p:sp>
        <p:nvSpPr>
          <p:cNvPr id="471" name="Google Shape;471;p52"/>
          <p:cNvSpPr txBox="1"/>
          <p:nvPr>
            <p:ph idx="2" type="title"/>
          </p:nvPr>
        </p:nvSpPr>
        <p:spPr>
          <a:xfrm>
            <a:off x="2313300" y="2270525"/>
            <a:ext cx="876300" cy="63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72" name="Google Shape;472;p52"/>
          <p:cNvGrpSpPr/>
          <p:nvPr/>
        </p:nvGrpSpPr>
        <p:grpSpPr>
          <a:xfrm>
            <a:off x="4417474" y="4302551"/>
            <a:ext cx="306416" cy="305295"/>
            <a:chOff x="1173525" y="240250"/>
            <a:chExt cx="5255850" cy="5236625"/>
          </a:xfrm>
        </p:grpSpPr>
        <p:sp>
          <p:nvSpPr>
            <p:cNvPr id="473" name="Google Shape;473;p52"/>
            <p:cNvSpPr/>
            <p:nvPr/>
          </p:nvSpPr>
          <p:spPr>
            <a:xfrm>
              <a:off x="1934125" y="2665200"/>
              <a:ext cx="3743200" cy="2811675"/>
            </a:xfrm>
            <a:custGeom>
              <a:rect b="b" l="l" r="r" t="t"/>
              <a:pathLst>
                <a:path extrusionOk="0" h="112467" w="149728">
                  <a:moveTo>
                    <a:pt x="7521" y="1"/>
                  </a:moveTo>
                  <a:cubicBezTo>
                    <a:pt x="3419" y="1"/>
                    <a:pt x="0" y="3419"/>
                    <a:pt x="342" y="7521"/>
                  </a:cubicBezTo>
                  <a:lnTo>
                    <a:pt x="342" y="104605"/>
                  </a:lnTo>
                  <a:cubicBezTo>
                    <a:pt x="0" y="108707"/>
                    <a:pt x="3419" y="112125"/>
                    <a:pt x="7521" y="112467"/>
                  </a:cubicBezTo>
                  <a:lnTo>
                    <a:pt x="142207" y="112467"/>
                  </a:lnTo>
                  <a:cubicBezTo>
                    <a:pt x="146309" y="112467"/>
                    <a:pt x="149728" y="109049"/>
                    <a:pt x="149728" y="104605"/>
                  </a:cubicBezTo>
                  <a:lnTo>
                    <a:pt x="149728" y="7521"/>
                  </a:lnTo>
                  <a:cubicBezTo>
                    <a:pt x="149728" y="3419"/>
                    <a:pt x="146309" y="1"/>
                    <a:pt x="14220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52"/>
            <p:cNvSpPr/>
            <p:nvPr/>
          </p:nvSpPr>
          <p:spPr>
            <a:xfrm>
              <a:off x="1173525" y="240250"/>
              <a:ext cx="5255850" cy="2801000"/>
            </a:xfrm>
            <a:custGeom>
              <a:rect b="b" l="l" r="r" t="t"/>
              <a:pathLst>
                <a:path extrusionOk="0" h="112040" w="210234">
                  <a:moveTo>
                    <a:pt x="105245" y="0"/>
                  </a:moveTo>
                  <a:cubicBezTo>
                    <a:pt x="103322" y="0"/>
                    <a:pt x="101357" y="770"/>
                    <a:pt x="99819" y="2308"/>
                  </a:cubicBezTo>
                  <a:lnTo>
                    <a:pt x="2735" y="99391"/>
                  </a:lnTo>
                  <a:cubicBezTo>
                    <a:pt x="684" y="101442"/>
                    <a:pt x="0" y="104519"/>
                    <a:pt x="1368" y="107254"/>
                  </a:cubicBezTo>
                  <a:cubicBezTo>
                    <a:pt x="2393" y="110330"/>
                    <a:pt x="5128" y="112040"/>
                    <a:pt x="8205" y="112040"/>
                  </a:cubicBezTo>
                  <a:lnTo>
                    <a:pt x="202372" y="112040"/>
                  </a:lnTo>
                  <a:cubicBezTo>
                    <a:pt x="205448" y="112040"/>
                    <a:pt x="208183" y="110330"/>
                    <a:pt x="209208" y="107254"/>
                  </a:cubicBezTo>
                  <a:cubicBezTo>
                    <a:pt x="210234" y="104519"/>
                    <a:pt x="209892" y="101442"/>
                    <a:pt x="207841" y="99391"/>
                  </a:cubicBezTo>
                  <a:lnTo>
                    <a:pt x="110416" y="2308"/>
                  </a:lnTo>
                  <a:cubicBezTo>
                    <a:pt x="109048" y="770"/>
                    <a:pt x="107168" y="0"/>
                    <a:pt x="1052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5" name="Google Shape;475;p52">
            <a:hlinkClick action="ppaction://hlinksldjump" r:id="rId3"/>
          </p:cNvPr>
          <p:cNvSpPr/>
          <p:nvPr/>
        </p:nvSpPr>
        <p:spPr>
          <a:xfrm>
            <a:off x="4420225" y="4302700"/>
            <a:ext cx="306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52"/>
          <p:cNvGrpSpPr/>
          <p:nvPr/>
        </p:nvGrpSpPr>
        <p:grpSpPr>
          <a:xfrm rot="703690">
            <a:off x="6705412" y="3686813"/>
            <a:ext cx="805111" cy="1003010"/>
            <a:chOff x="-1778892" y="2016220"/>
            <a:chExt cx="891846" cy="1111064"/>
          </a:xfrm>
        </p:grpSpPr>
        <p:sp>
          <p:nvSpPr>
            <p:cNvPr id="477" name="Google Shape;477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l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8" name="Google Shape;478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79" name="Google Shape;479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1" name="Google Shape;481;p52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2" name="Google Shape;482;p52"/>
          <p:cNvGrpSpPr/>
          <p:nvPr/>
        </p:nvGrpSpPr>
        <p:grpSpPr>
          <a:xfrm flipH="1" rot="-976164">
            <a:off x="6625467" y="501472"/>
            <a:ext cx="756060" cy="941903"/>
            <a:chOff x="-1778892" y="2016220"/>
            <a:chExt cx="891846" cy="1111064"/>
          </a:xfrm>
        </p:grpSpPr>
        <p:sp>
          <p:nvSpPr>
            <p:cNvPr id="483" name="Google Shape;483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5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4" name="Google Shape;484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85" name="Google Shape;485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87" name="Google Shape;487;p52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52"/>
          <p:cNvGrpSpPr/>
          <p:nvPr/>
        </p:nvGrpSpPr>
        <p:grpSpPr>
          <a:xfrm rot="1049909">
            <a:off x="7670969" y="2362567"/>
            <a:ext cx="757539" cy="943779"/>
            <a:chOff x="-1778892" y="2016220"/>
            <a:chExt cx="891846" cy="1111064"/>
          </a:xfrm>
        </p:grpSpPr>
        <p:sp>
          <p:nvSpPr>
            <p:cNvPr id="489" name="Google Shape;489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0" name="Google Shape;490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91" name="Google Shape;491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3" name="Google Shape;493;p52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4" name="Google Shape;494;p52"/>
          <p:cNvGrpSpPr/>
          <p:nvPr/>
        </p:nvGrpSpPr>
        <p:grpSpPr>
          <a:xfrm rot="900186">
            <a:off x="248138" y="2017374"/>
            <a:ext cx="867828" cy="1081144"/>
            <a:chOff x="-1778892" y="2016220"/>
            <a:chExt cx="891846" cy="1111064"/>
          </a:xfrm>
        </p:grpSpPr>
        <p:sp>
          <p:nvSpPr>
            <p:cNvPr id="495" name="Google Shape;495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6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6" name="Google Shape;496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497" name="Google Shape;497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99" name="Google Shape;499;p52"/>
            <p:cNvSpPr/>
            <p:nvPr/>
          </p:nvSpPr>
          <p:spPr>
            <a:xfrm>
              <a:off x="-1638203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52"/>
          <p:cNvGrpSpPr/>
          <p:nvPr/>
        </p:nvGrpSpPr>
        <p:grpSpPr>
          <a:xfrm rot="-899398">
            <a:off x="1082254" y="3733655"/>
            <a:ext cx="758922" cy="945468"/>
            <a:chOff x="-1778892" y="2016220"/>
            <a:chExt cx="891846" cy="1111064"/>
          </a:xfrm>
        </p:grpSpPr>
        <p:sp>
          <p:nvSpPr>
            <p:cNvPr id="501" name="Google Shape;501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2" name="Google Shape;502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503" name="Google Shape;503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05" name="Google Shape;505;p52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52"/>
          <p:cNvGrpSpPr/>
          <p:nvPr/>
        </p:nvGrpSpPr>
        <p:grpSpPr>
          <a:xfrm rot="-455679">
            <a:off x="4062439" y="252009"/>
            <a:ext cx="807065" cy="1005569"/>
            <a:chOff x="-1778892" y="2016220"/>
            <a:chExt cx="891846" cy="1111064"/>
          </a:xfrm>
        </p:grpSpPr>
        <p:sp>
          <p:nvSpPr>
            <p:cNvPr id="507" name="Google Shape;507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8" name="Google Shape;508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509" name="Google Shape;509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1" name="Google Shape;511;p52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2" name="Google Shape;512;p52"/>
          <p:cNvGrpSpPr/>
          <p:nvPr/>
        </p:nvGrpSpPr>
        <p:grpSpPr>
          <a:xfrm rot="-752801">
            <a:off x="1302667" y="367844"/>
            <a:ext cx="867890" cy="1081220"/>
            <a:chOff x="-1778892" y="2016220"/>
            <a:chExt cx="891846" cy="1111064"/>
          </a:xfrm>
        </p:grpSpPr>
        <p:sp>
          <p:nvSpPr>
            <p:cNvPr id="513" name="Google Shape;513;p52"/>
            <p:cNvSpPr/>
            <p:nvPr/>
          </p:nvSpPr>
          <p:spPr>
            <a:xfrm flipH="1" rot="-2403405">
              <a:off x="-1713636" y="2739091"/>
              <a:ext cx="323562" cy="320750"/>
            </a:xfrm>
            <a:custGeom>
              <a:rect b="b" l="l" r="r" t="t"/>
              <a:pathLst>
                <a:path extrusionOk="0" h="11065" w="11162">
                  <a:moveTo>
                    <a:pt x="4307" y="1"/>
                  </a:moveTo>
                  <a:cubicBezTo>
                    <a:pt x="3987" y="3556"/>
                    <a:pt x="2405" y="6744"/>
                    <a:pt x="0" y="9117"/>
                  </a:cubicBezTo>
                  <a:lnTo>
                    <a:pt x="3356" y="10619"/>
                  </a:lnTo>
                  <a:cubicBezTo>
                    <a:pt x="4027" y="10921"/>
                    <a:pt x="4729" y="11064"/>
                    <a:pt x="5420" y="11064"/>
                  </a:cubicBezTo>
                  <a:cubicBezTo>
                    <a:pt x="7343" y="11064"/>
                    <a:pt x="9179" y="9956"/>
                    <a:pt x="10019" y="8087"/>
                  </a:cubicBezTo>
                  <a:cubicBezTo>
                    <a:pt x="11162" y="5546"/>
                    <a:pt x="10019" y="2566"/>
                    <a:pt x="7487" y="1423"/>
                  </a:cubicBezTo>
                  <a:lnTo>
                    <a:pt x="4307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rgbClr val="000000"/>
              </a:solidFill>
              <a:prstDash val="solid"/>
              <a:miter lim="798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4" name="Google Shape;514;p52"/>
            <p:cNvGrpSpPr/>
            <p:nvPr/>
          </p:nvGrpSpPr>
          <p:grpSpPr>
            <a:xfrm>
              <a:off x="-1752744" y="2016220"/>
              <a:ext cx="865698" cy="1111064"/>
              <a:chOff x="1465000" y="899175"/>
              <a:chExt cx="746613" cy="958227"/>
            </a:xfrm>
          </p:grpSpPr>
          <p:sp>
            <p:nvSpPr>
              <p:cNvPr id="515" name="Google Shape;515;p52"/>
              <p:cNvSpPr/>
              <p:nvPr/>
            </p:nvSpPr>
            <p:spPr>
              <a:xfrm rot="2547290">
                <a:off x="1875788" y="1522865"/>
                <a:ext cx="279046" cy="276621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52"/>
              <p:cNvSpPr/>
              <p:nvPr/>
            </p:nvSpPr>
            <p:spPr>
              <a:xfrm>
                <a:off x="1465000" y="899175"/>
                <a:ext cx="735500" cy="735500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3810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7" name="Google Shape;517;p52"/>
            <p:cNvSpPr/>
            <p:nvPr/>
          </p:nvSpPr>
          <p:spPr>
            <a:xfrm>
              <a:off x="-1481590" y="2140550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" name="Google Shape;522;p53"/>
          <p:cNvGrpSpPr/>
          <p:nvPr/>
        </p:nvGrpSpPr>
        <p:grpSpPr>
          <a:xfrm>
            <a:off x="4462145" y="46056"/>
            <a:ext cx="5051460" cy="5051375"/>
            <a:chOff x="3651220" y="46068"/>
            <a:chExt cx="5051460" cy="5051375"/>
          </a:xfrm>
        </p:grpSpPr>
        <p:pic>
          <p:nvPicPr>
            <p:cNvPr id="523" name="Google Shape;523;p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93000" y="1225925"/>
              <a:ext cx="3567901" cy="2691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24" name="Google Shape;524;p53"/>
            <p:cNvGrpSpPr/>
            <p:nvPr/>
          </p:nvGrpSpPr>
          <p:grpSpPr>
            <a:xfrm>
              <a:off x="3651220" y="46068"/>
              <a:ext cx="5051460" cy="5051375"/>
              <a:chOff x="5686721" y="1540347"/>
              <a:chExt cx="2062831" cy="2062796"/>
            </a:xfrm>
          </p:grpSpPr>
          <p:sp>
            <p:nvSpPr>
              <p:cNvPr id="525" name="Google Shape;525;p53"/>
              <p:cNvSpPr/>
              <p:nvPr/>
            </p:nvSpPr>
            <p:spPr>
              <a:xfrm>
                <a:off x="5686721" y="1540347"/>
                <a:ext cx="2062831" cy="2062796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54675">
                <a:solidFill>
                  <a:srgbClr val="000000"/>
                </a:solidFill>
                <a:prstDash val="solid"/>
                <a:miter lim="11906"/>
                <a:headEnd len="sm" w="sm" type="none"/>
                <a:tailEnd len="sm" w="sm" type="none"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53"/>
              <p:cNvSpPr/>
              <p:nvPr/>
            </p:nvSpPr>
            <p:spPr>
              <a:xfrm>
                <a:off x="6419478" y="1588953"/>
                <a:ext cx="441605" cy="765726"/>
              </a:xfrm>
              <a:custGeom>
                <a:rect b="b" l="l" r="r" t="t"/>
                <a:pathLst>
                  <a:path extrusionOk="0" h="22134" w="12765">
                    <a:moveTo>
                      <a:pt x="8526" y="0"/>
                    </a:moveTo>
                    <a:cubicBezTo>
                      <a:pt x="5633" y="0"/>
                      <a:pt x="2763" y="441"/>
                      <a:pt x="1" y="1310"/>
                    </a:cubicBezTo>
                    <a:lnTo>
                      <a:pt x="3763" y="16978"/>
                    </a:lnTo>
                    <a:lnTo>
                      <a:pt x="7931" y="22134"/>
                    </a:lnTo>
                    <a:lnTo>
                      <a:pt x="10990" y="17145"/>
                    </a:lnTo>
                    <a:lnTo>
                      <a:pt x="12764" y="310"/>
                    </a:lnTo>
                    <a:cubicBezTo>
                      <a:pt x="11360" y="107"/>
                      <a:pt x="9943" y="0"/>
                      <a:pt x="8526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53"/>
              <p:cNvSpPr/>
              <p:nvPr/>
            </p:nvSpPr>
            <p:spPr>
              <a:xfrm>
                <a:off x="6517105" y="2597674"/>
                <a:ext cx="494743" cy="950152"/>
              </a:xfrm>
              <a:custGeom>
                <a:rect b="b" l="l" r="r" t="t"/>
                <a:pathLst>
                  <a:path extrusionOk="0" h="27465" w="14301">
                    <a:moveTo>
                      <a:pt x="5585" y="1"/>
                    </a:moveTo>
                    <a:lnTo>
                      <a:pt x="2263" y="5418"/>
                    </a:lnTo>
                    <a:lnTo>
                      <a:pt x="1" y="26885"/>
                    </a:lnTo>
                    <a:cubicBezTo>
                      <a:pt x="1884" y="27272"/>
                      <a:pt x="3794" y="27464"/>
                      <a:pt x="5702" y="27464"/>
                    </a:cubicBezTo>
                    <a:cubicBezTo>
                      <a:pt x="8606" y="27464"/>
                      <a:pt x="11505" y="27018"/>
                      <a:pt x="14300" y="26135"/>
                    </a:cubicBezTo>
                    <a:lnTo>
                      <a:pt x="9073" y="4322"/>
                    </a:lnTo>
                    <a:lnTo>
                      <a:pt x="5585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53"/>
              <p:cNvSpPr/>
              <p:nvPr/>
            </p:nvSpPr>
            <p:spPr>
              <a:xfrm>
                <a:off x="5724638" y="2320049"/>
                <a:ext cx="881065" cy="468797"/>
              </a:xfrm>
              <a:custGeom>
                <a:rect b="b" l="l" r="r" t="t"/>
                <a:pathLst>
                  <a:path extrusionOk="0" h="13551" w="25468">
                    <a:moveTo>
                      <a:pt x="1226" y="1"/>
                    </a:moveTo>
                    <a:cubicBezTo>
                      <a:pt x="72" y="4442"/>
                      <a:pt x="0" y="9085"/>
                      <a:pt x="1024" y="13550"/>
                    </a:cubicBezTo>
                    <a:lnTo>
                      <a:pt x="20324" y="8918"/>
                    </a:lnTo>
                    <a:lnTo>
                      <a:pt x="25468" y="4751"/>
                    </a:lnTo>
                    <a:lnTo>
                      <a:pt x="21146" y="2108"/>
                    </a:lnTo>
                    <a:lnTo>
                      <a:pt x="1226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53"/>
              <p:cNvSpPr/>
              <p:nvPr/>
            </p:nvSpPr>
            <p:spPr>
              <a:xfrm>
                <a:off x="6848283" y="2197721"/>
                <a:ext cx="845640" cy="465891"/>
              </a:xfrm>
              <a:custGeom>
                <a:rect b="b" l="l" r="r" t="t"/>
                <a:pathLst>
                  <a:path extrusionOk="0" h="13467" w="24444">
                    <a:moveTo>
                      <a:pt x="22336" y="1"/>
                    </a:moveTo>
                    <a:lnTo>
                      <a:pt x="4334" y="4323"/>
                    </a:lnTo>
                    <a:lnTo>
                      <a:pt x="0" y="7811"/>
                    </a:lnTo>
                    <a:lnTo>
                      <a:pt x="6084" y="11538"/>
                    </a:lnTo>
                    <a:lnTo>
                      <a:pt x="24313" y="13467"/>
                    </a:lnTo>
                    <a:cubicBezTo>
                      <a:pt x="24396" y="12562"/>
                      <a:pt x="24444" y="11645"/>
                      <a:pt x="24444" y="10716"/>
                    </a:cubicBezTo>
                    <a:cubicBezTo>
                      <a:pt x="24444" y="7037"/>
                      <a:pt x="23730" y="3406"/>
                      <a:pt x="22336" y="1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53"/>
              <p:cNvSpPr/>
              <p:nvPr/>
            </p:nvSpPr>
            <p:spPr>
              <a:xfrm>
                <a:off x="6776602" y="1672984"/>
                <a:ext cx="703143" cy="727014"/>
              </a:xfrm>
              <a:custGeom>
                <a:rect b="b" l="l" r="r" t="t"/>
                <a:pathLst>
                  <a:path extrusionOk="0" h="21015" w="20325">
                    <a:moveTo>
                      <a:pt x="9692" y="0"/>
                    </a:moveTo>
                    <a:lnTo>
                      <a:pt x="667" y="14728"/>
                    </a:lnTo>
                    <a:lnTo>
                      <a:pt x="1" y="21015"/>
                    </a:lnTo>
                    <a:lnTo>
                      <a:pt x="6406" y="19479"/>
                    </a:lnTo>
                    <a:lnTo>
                      <a:pt x="20325" y="8215"/>
                    </a:lnTo>
                    <a:cubicBezTo>
                      <a:pt x="17491" y="4667"/>
                      <a:pt x="13848" y="1857"/>
                      <a:pt x="9692" y="0"/>
                    </a:cubicBez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53"/>
              <p:cNvSpPr/>
              <p:nvPr/>
            </p:nvSpPr>
            <p:spPr>
              <a:xfrm>
                <a:off x="5887338" y="1738473"/>
                <a:ext cx="717950" cy="670174"/>
              </a:xfrm>
              <a:custGeom>
                <a:rect b="b" l="l" r="r" t="t"/>
                <a:pathLst>
                  <a:path extrusionOk="0" h="19372" w="20753">
                    <a:moveTo>
                      <a:pt x="8894" y="0"/>
                    </a:moveTo>
                    <a:cubicBezTo>
                      <a:pt x="5310" y="2239"/>
                      <a:pt x="2274" y="5263"/>
                      <a:pt x="0" y="8835"/>
                    </a:cubicBezTo>
                    <a:lnTo>
                      <a:pt x="16443" y="18919"/>
                    </a:lnTo>
                    <a:lnTo>
                      <a:pt x="20753" y="19372"/>
                    </a:lnTo>
                    <a:lnTo>
                      <a:pt x="19145" y="12656"/>
                    </a:lnTo>
                    <a:lnTo>
                      <a:pt x="8894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53"/>
              <p:cNvSpPr/>
              <p:nvPr/>
            </p:nvSpPr>
            <p:spPr>
              <a:xfrm>
                <a:off x="6788538" y="2568856"/>
                <a:ext cx="831664" cy="774374"/>
              </a:xfrm>
              <a:custGeom>
                <a:rect b="b" l="l" r="r" t="t"/>
                <a:pathLst>
                  <a:path extrusionOk="0" h="22384" w="24040">
                    <a:moveTo>
                      <a:pt x="1" y="0"/>
                    </a:moveTo>
                    <a:lnTo>
                      <a:pt x="1227" y="5155"/>
                    </a:lnTo>
                    <a:lnTo>
                      <a:pt x="15181" y="22384"/>
                    </a:lnTo>
                    <a:cubicBezTo>
                      <a:pt x="19099" y="19348"/>
                      <a:pt x="22147" y="15347"/>
                      <a:pt x="24040" y="10775"/>
                    </a:cubicBezTo>
                    <a:lnTo>
                      <a:pt x="7811" y="82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53"/>
              <p:cNvSpPr/>
              <p:nvPr/>
            </p:nvSpPr>
            <p:spPr>
              <a:xfrm>
                <a:off x="5876198" y="2583248"/>
                <a:ext cx="740644" cy="826302"/>
              </a:xfrm>
              <a:custGeom>
                <a:rect b="b" l="l" r="r" t="t"/>
                <a:pathLst>
                  <a:path extrusionOk="0" h="23885" w="21409">
                    <a:moveTo>
                      <a:pt x="21408" y="1"/>
                    </a:moveTo>
                    <a:lnTo>
                      <a:pt x="15943" y="1310"/>
                    </a:lnTo>
                    <a:lnTo>
                      <a:pt x="1" y="14217"/>
                    </a:lnTo>
                    <a:cubicBezTo>
                      <a:pt x="2406" y="18182"/>
                      <a:pt x="5739" y="21503"/>
                      <a:pt x="9716" y="23885"/>
                    </a:cubicBezTo>
                    <a:lnTo>
                      <a:pt x="20789" y="5835"/>
                    </a:lnTo>
                    <a:lnTo>
                      <a:pt x="21408" y="1"/>
                    </a:lnTo>
                    <a:close/>
                  </a:path>
                </a:pathLst>
              </a:custGeom>
              <a:solidFill>
                <a:srgbClr val="FF8135"/>
              </a:solidFill>
              <a:ln>
                <a:noFill/>
              </a:ln>
            </p:spPr>
            <p:txBody>
              <a:bodyPr anchorCtr="0" anchor="ctr" bIns="223900" lIns="223900" spcFirstLastPara="1" rIns="223900" wrap="square" tIns="223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34" name="Google Shape;534;p53"/>
          <p:cNvSpPr txBox="1"/>
          <p:nvPr>
            <p:ph type="title"/>
          </p:nvPr>
        </p:nvSpPr>
        <p:spPr>
          <a:xfrm>
            <a:off x="1053374" y="546075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Botões</a:t>
            </a:r>
            <a:endParaRPr/>
          </a:p>
        </p:txBody>
      </p:sp>
      <p:sp>
        <p:nvSpPr>
          <p:cNvPr id="535" name="Google Shape;535;p53"/>
          <p:cNvSpPr txBox="1"/>
          <p:nvPr>
            <p:ph idx="1" type="subTitle"/>
          </p:nvPr>
        </p:nvSpPr>
        <p:spPr>
          <a:xfrm>
            <a:off x="705850" y="1628250"/>
            <a:ext cx="3223500" cy="20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Resume - Permite retornar ao jogo.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Menu - Permite terminar a partida, voltando ao início.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Options - Permite acessar menu de opções.</a:t>
            </a:r>
            <a:endParaRPr/>
          </a:p>
        </p:txBody>
      </p:sp>
      <p:pic>
        <p:nvPicPr>
          <p:cNvPr id="536" name="Google Shape;536;p53" title="imagem_2025-11-30_205413346.png"/>
          <p:cNvPicPr preferRelativeResize="0"/>
          <p:nvPr/>
        </p:nvPicPr>
        <p:blipFill rotWithShape="1">
          <a:blip r:embed="rId4">
            <a:alphaModFix/>
          </a:blip>
          <a:srcRect b="0" l="209" r="209" t="0"/>
          <a:stretch/>
        </p:blipFill>
        <p:spPr>
          <a:xfrm>
            <a:off x="5075025" y="1128650"/>
            <a:ext cx="3825698" cy="2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54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837" y="999400"/>
            <a:ext cx="5594001" cy="31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54"/>
          <p:cNvSpPr txBox="1"/>
          <p:nvPr>
            <p:ph type="title"/>
          </p:nvPr>
        </p:nvSpPr>
        <p:spPr>
          <a:xfrm>
            <a:off x="2960249" y="215488"/>
            <a:ext cx="3223500" cy="7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Mesa de Jogo</a:t>
            </a:r>
            <a:endParaRPr/>
          </a:p>
        </p:txBody>
      </p:sp>
      <p:grpSp>
        <p:nvGrpSpPr>
          <p:cNvPr id="543" name="Google Shape;543;p54"/>
          <p:cNvGrpSpPr/>
          <p:nvPr/>
        </p:nvGrpSpPr>
        <p:grpSpPr>
          <a:xfrm rot="-2700000">
            <a:off x="-467493" y="753470"/>
            <a:ext cx="3652421" cy="1072718"/>
            <a:chOff x="2036482" y="3037733"/>
            <a:chExt cx="5144725" cy="1511008"/>
          </a:xfrm>
        </p:grpSpPr>
        <p:grpSp>
          <p:nvGrpSpPr>
            <p:cNvPr id="544" name="Google Shape;544;p54"/>
            <p:cNvGrpSpPr/>
            <p:nvPr/>
          </p:nvGrpSpPr>
          <p:grpSpPr>
            <a:xfrm>
              <a:off x="5187196" y="3398363"/>
              <a:ext cx="911059" cy="719173"/>
              <a:chOff x="5491187" y="3464616"/>
              <a:chExt cx="861114" cy="679747"/>
            </a:xfrm>
          </p:grpSpPr>
          <p:sp>
            <p:nvSpPr>
              <p:cNvPr id="545" name="Google Shape;545;p54"/>
              <p:cNvSpPr/>
              <p:nvPr/>
            </p:nvSpPr>
            <p:spPr>
              <a:xfrm flipH="1">
                <a:off x="5940466" y="3726164"/>
                <a:ext cx="237326" cy="351182"/>
              </a:xfrm>
              <a:custGeom>
                <a:rect b="b" l="l" r="r" t="t"/>
                <a:pathLst>
                  <a:path extrusionOk="0" h="4858" w="3283">
                    <a:moveTo>
                      <a:pt x="2717" y="0"/>
                    </a:moveTo>
                    <a:cubicBezTo>
                      <a:pt x="2869" y="275"/>
                      <a:pt x="2903" y="598"/>
                      <a:pt x="2810" y="896"/>
                    </a:cubicBezTo>
                    <a:cubicBezTo>
                      <a:pt x="2657" y="1382"/>
                      <a:pt x="2209" y="1693"/>
                      <a:pt x="1725" y="1693"/>
                    </a:cubicBezTo>
                    <a:cubicBezTo>
                      <a:pt x="1612" y="1693"/>
                      <a:pt x="1497" y="1676"/>
                      <a:pt x="1383" y="1640"/>
                    </a:cubicBezTo>
                    <a:lnTo>
                      <a:pt x="1315" y="1618"/>
                    </a:lnTo>
                    <a:lnTo>
                      <a:pt x="879" y="3001"/>
                    </a:lnTo>
                    <a:cubicBezTo>
                      <a:pt x="739" y="3447"/>
                      <a:pt x="421" y="3816"/>
                      <a:pt x="0" y="4017"/>
                    </a:cubicBezTo>
                    <a:cubicBezTo>
                      <a:pt x="78" y="4367"/>
                      <a:pt x="357" y="4636"/>
                      <a:pt x="712" y="4698"/>
                    </a:cubicBezTo>
                    <a:lnTo>
                      <a:pt x="1569" y="4844"/>
                    </a:lnTo>
                    <a:cubicBezTo>
                      <a:pt x="1619" y="4853"/>
                      <a:pt x="1670" y="4857"/>
                      <a:pt x="1721" y="4857"/>
                    </a:cubicBezTo>
                    <a:cubicBezTo>
                      <a:pt x="1772" y="4857"/>
                      <a:pt x="1824" y="4853"/>
                      <a:pt x="1875" y="4844"/>
                    </a:cubicBezTo>
                    <a:cubicBezTo>
                      <a:pt x="1716" y="4357"/>
                      <a:pt x="1907" y="3824"/>
                      <a:pt x="2335" y="3545"/>
                    </a:cubicBezTo>
                    <a:lnTo>
                      <a:pt x="2350" y="3535"/>
                    </a:lnTo>
                    <a:cubicBezTo>
                      <a:pt x="1917" y="2891"/>
                      <a:pt x="2242" y="2012"/>
                      <a:pt x="2989" y="1804"/>
                    </a:cubicBezTo>
                    <a:lnTo>
                      <a:pt x="3187" y="654"/>
                    </a:lnTo>
                    <a:cubicBezTo>
                      <a:pt x="3185" y="625"/>
                      <a:pt x="3185" y="595"/>
                      <a:pt x="3185" y="566"/>
                    </a:cubicBezTo>
                    <a:cubicBezTo>
                      <a:pt x="3182" y="407"/>
                      <a:pt x="3216" y="250"/>
                      <a:pt x="3283" y="103"/>
                    </a:cubicBezTo>
                    <a:lnTo>
                      <a:pt x="2717" y="0"/>
                    </a:ln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54"/>
              <p:cNvSpPr/>
              <p:nvPr/>
            </p:nvSpPr>
            <p:spPr>
              <a:xfrm flipH="1">
                <a:off x="5913065" y="3773370"/>
                <a:ext cx="48868" cy="83277"/>
              </a:xfrm>
              <a:custGeom>
                <a:rect b="b" l="l" r="r" t="t"/>
                <a:pathLst>
                  <a:path extrusionOk="0" h="1152" w="676">
                    <a:moveTo>
                      <a:pt x="199" y="1"/>
                    </a:moveTo>
                    <a:lnTo>
                      <a:pt x="0" y="1151"/>
                    </a:lnTo>
                    <a:cubicBezTo>
                      <a:pt x="100" y="1124"/>
                      <a:pt x="202" y="1110"/>
                      <a:pt x="305" y="1110"/>
                    </a:cubicBezTo>
                    <a:cubicBezTo>
                      <a:pt x="384" y="1110"/>
                      <a:pt x="463" y="1118"/>
                      <a:pt x="541" y="1134"/>
                    </a:cubicBezTo>
                    <a:lnTo>
                      <a:pt x="622" y="1151"/>
                    </a:lnTo>
                    <a:lnTo>
                      <a:pt x="676" y="838"/>
                    </a:lnTo>
                    <a:cubicBezTo>
                      <a:pt x="402" y="645"/>
                      <a:pt x="226" y="336"/>
                      <a:pt x="19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54"/>
              <p:cNvSpPr/>
              <p:nvPr/>
            </p:nvSpPr>
            <p:spPr>
              <a:xfrm flipH="1">
                <a:off x="6016226" y="4016556"/>
                <a:ext cx="204435" cy="104964"/>
              </a:xfrm>
              <a:custGeom>
                <a:rect b="b" l="l" r="r" t="t"/>
                <a:pathLst>
                  <a:path extrusionOk="0" h="1452" w="2828">
                    <a:moveTo>
                      <a:pt x="591" y="0"/>
                    </a:moveTo>
                    <a:cubicBezTo>
                      <a:pt x="405" y="88"/>
                      <a:pt x="204" y="142"/>
                      <a:pt x="1" y="157"/>
                    </a:cubicBezTo>
                    <a:cubicBezTo>
                      <a:pt x="138" y="737"/>
                      <a:pt x="610" y="1180"/>
                      <a:pt x="1198" y="1283"/>
                    </a:cubicBezTo>
                    <a:lnTo>
                      <a:pt x="2054" y="1430"/>
                    </a:lnTo>
                    <a:cubicBezTo>
                      <a:pt x="2140" y="1444"/>
                      <a:pt x="2226" y="1452"/>
                      <a:pt x="2314" y="1452"/>
                    </a:cubicBezTo>
                    <a:cubicBezTo>
                      <a:pt x="2488" y="1452"/>
                      <a:pt x="2664" y="1422"/>
                      <a:pt x="2828" y="1361"/>
                    </a:cubicBezTo>
                    <a:cubicBezTo>
                      <a:pt x="2659" y="1221"/>
                      <a:pt x="2532" y="1035"/>
                      <a:pt x="2466" y="827"/>
                    </a:cubicBezTo>
                    <a:cubicBezTo>
                      <a:pt x="2414" y="836"/>
                      <a:pt x="2363" y="840"/>
                      <a:pt x="2312" y="840"/>
                    </a:cubicBezTo>
                    <a:cubicBezTo>
                      <a:pt x="2261" y="840"/>
                      <a:pt x="2210" y="836"/>
                      <a:pt x="2160" y="827"/>
                    </a:cubicBezTo>
                    <a:lnTo>
                      <a:pt x="1303" y="678"/>
                    </a:lnTo>
                    <a:cubicBezTo>
                      <a:pt x="950" y="617"/>
                      <a:pt x="669" y="348"/>
                      <a:pt x="59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54"/>
              <p:cNvSpPr/>
              <p:nvPr/>
            </p:nvSpPr>
            <p:spPr>
              <a:xfrm flipH="1">
                <a:off x="5539186" y="3509002"/>
                <a:ext cx="600436" cy="243543"/>
              </a:xfrm>
              <a:custGeom>
                <a:rect b="b" l="l" r="r" t="t"/>
                <a:pathLst>
                  <a:path extrusionOk="0" h="3369" w="8306">
                    <a:moveTo>
                      <a:pt x="675" y="1"/>
                    </a:moveTo>
                    <a:cubicBezTo>
                      <a:pt x="595" y="1"/>
                      <a:pt x="514" y="25"/>
                      <a:pt x="446" y="67"/>
                    </a:cubicBezTo>
                    <a:cubicBezTo>
                      <a:pt x="361" y="119"/>
                      <a:pt x="299" y="204"/>
                      <a:pt x="280" y="302"/>
                    </a:cubicBezTo>
                    <a:lnTo>
                      <a:pt x="40" y="1599"/>
                    </a:lnTo>
                    <a:cubicBezTo>
                      <a:pt x="1" y="1807"/>
                      <a:pt x="162" y="2011"/>
                      <a:pt x="397" y="2055"/>
                    </a:cubicBezTo>
                    <a:lnTo>
                      <a:pt x="3242" y="2574"/>
                    </a:lnTo>
                    <a:cubicBezTo>
                      <a:pt x="3408" y="2481"/>
                      <a:pt x="3599" y="2432"/>
                      <a:pt x="3790" y="2432"/>
                    </a:cubicBezTo>
                    <a:lnTo>
                      <a:pt x="4517" y="2432"/>
                    </a:lnTo>
                    <a:cubicBezTo>
                      <a:pt x="4916" y="2432"/>
                      <a:pt x="5288" y="2642"/>
                      <a:pt x="5491" y="2987"/>
                    </a:cubicBezTo>
                    <a:lnTo>
                      <a:pt x="7528" y="3359"/>
                    </a:lnTo>
                    <a:cubicBezTo>
                      <a:pt x="7557" y="3365"/>
                      <a:pt x="7588" y="3368"/>
                      <a:pt x="7618" y="3368"/>
                    </a:cubicBezTo>
                    <a:cubicBezTo>
                      <a:pt x="7702" y="3368"/>
                      <a:pt x="7787" y="3346"/>
                      <a:pt x="7860" y="3301"/>
                    </a:cubicBezTo>
                    <a:cubicBezTo>
                      <a:pt x="7946" y="3247"/>
                      <a:pt x="8005" y="3163"/>
                      <a:pt x="8024" y="3066"/>
                    </a:cubicBezTo>
                    <a:lnTo>
                      <a:pt x="8267" y="1768"/>
                    </a:lnTo>
                    <a:cubicBezTo>
                      <a:pt x="8306" y="1560"/>
                      <a:pt x="8144" y="1357"/>
                      <a:pt x="7907" y="1313"/>
                    </a:cubicBezTo>
                    <a:lnTo>
                      <a:pt x="779" y="8"/>
                    </a:lnTo>
                    <a:cubicBezTo>
                      <a:pt x="750" y="4"/>
                      <a:pt x="718" y="1"/>
                      <a:pt x="686" y="1"/>
                    </a:cubicBezTo>
                    <a:cubicBezTo>
                      <a:pt x="682" y="1"/>
                      <a:pt x="679" y="1"/>
                      <a:pt x="675" y="1"/>
                    </a:cubicBezTo>
                    <a:close/>
                  </a:path>
                </a:pathLst>
              </a:custGeom>
              <a:solidFill>
                <a:srgbClr val="B7B7B7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54"/>
              <p:cNvSpPr/>
              <p:nvPr/>
            </p:nvSpPr>
            <p:spPr>
              <a:xfrm flipH="1">
                <a:off x="5491187" y="3464616"/>
                <a:ext cx="691232" cy="332026"/>
              </a:xfrm>
              <a:custGeom>
                <a:rect b="b" l="l" r="r" t="t"/>
                <a:pathLst>
                  <a:path extrusionOk="0" h="4593" w="9562">
                    <a:moveTo>
                      <a:pt x="1279" y="1"/>
                    </a:moveTo>
                    <a:cubicBezTo>
                      <a:pt x="1080" y="1"/>
                      <a:pt x="882" y="57"/>
                      <a:pt x="710" y="165"/>
                    </a:cubicBezTo>
                    <a:cubicBezTo>
                      <a:pt x="480" y="307"/>
                      <a:pt x="319" y="539"/>
                      <a:pt x="270" y="806"/>
                    </a:cubicBezTo>
                    <a:lnTo>
                      <a:pt x="27" y="2101"/>
                    </a:lnTo>
                    <a:cubicBezTo>
                      <a:pt x="0" y="2255"/>
                      <a:pt x="10" y="2414"/>
                      <a:pt x="59" y="2563"/>
                    </a:cubicBezTo>
                    <a:cubicBezTo>
                      <a:pt x="353" y="2581"/>
                      <a:pt x="637" y="2676"/>
                      <a:pt x="882" y="2840"/>
                    </a:cubicBezTo>
                    <a:cubicBezTo>
                      <a:pt x="953" y="2826"/>
                      <a:pt x="1025" y="2819"/>
                      <a:pt x="1097" y="2819"/>
                    </a:cubicBezTo>
                    <a:cubicBezTo>
                      <a:pt x="1211" y="2819"/>
                      <a:pt x="1326" y="2836"/>
                      <a:pt x="1437" y="2869"/>
                    </a:cubicBezTo>
                    <a:lnTo>
                      <a:pt x="2128" y="3087"/>
                    </a:lnTo>
                    <a:cubicBezTo>
                      <a:pt x="2404" y="3175"/>
                      <a:pt x="2637" y="3364"/>
                      <a:pt x="2779" y="3616"/>
                    </a:cubicBezTo>
                    <a:lnTo>
                      <a:pt x="3344" y="3721"/>
                    </a:lnTo>
                    <a:cubicBezTo>
                      <a:pt x="3444" y="3496"/>
                      <a:pt x="3616" y="3308"/>
                      <a:pt x="3831" y="3188"/>
                    </a:cubicBezTo>
                    <a:lnTo>
                      <a:pt x="989" y="2669"/>
                    </a:lnTo>
                    <a:cubicBezTo>
                      <a:pt x="752" y="2625"/>
                      <a:pt x="590" y="2419"/>
                      <a:pt x="630" y="2213"/>
                    </a:cubicBezTo>
                    <a:lnTo>
                      <a:pt x="872" y="916"/>
                    </a:lnTo>
                    <a:cubicBezTo>
                      <a:pt x="891" y="818"/>
                      <a:pt x="950" y="733"/>
                      <a:pt x="1036" y="681"/>
                    </a:cubicBezTo>
                    <a:cubicBezTo>
                      <a:pt x="1109" y="637"/>
                      <a:pt x="1193" y="613"/>
                      <a:pt x="1278" y="613"/>
                    </a:cubicBezTo>
                    <a:cubicBezTo>
                      <a:pt x="1310" y="613"/>
                      <a:pt x="1339" y="615"/>
                      <a:pt x="1371" y="622"/>
                    </a:cubicBezTo>
                    <a:lnTo>
                      <a:pt x="8499" y="1927"/>
                    </a:lnTo>
                    <a:cubicBezTo>
                      <a:pt x="8736" y="1971"/>
                      <a:pt x="8898" y="2174"/>
                      <a:pt x="8859" y="2380"/>
                    </a:cubicBezTo>
                    <a:lnTo>
                      <a:pt x="8616" y="3677"/>
                    </a:lnTo>
                    <a:cubicBezTo>
                      <a:pt x="8597" y="3775"/>
                      <a:pt x="8538" y="3861"/>
                      <a:pt x="8452" y="3912"/>
                    </a:cubicBezTo>
                    <a:cubicBezTo>
                      <a:pt x="8379" y="3957"/>
                      <a:pt x="8295" y="3981"/>
                      <a:pt x="8210" y="3981"/>
                    </a:cubicBezTo>
                    <a:cubicBezTo>
                      <a:pt x="8179" y="3981"/>
                      <a:pt x="8148" y="3977"/>
                      <a:pt x="8117" y="3971"/>
                    </a:cubicBezTo>
                    <a:lnTo>
                      <a:pt x="6083" y="3599"/>
                    </a:lnTo>
                    <a:lnTo>
                      <a:pt x="6083" y="3599"/>
                    </a:lnTo>
                    <a:cubicBezTo>
                      <a:pt x="6188" y="3775"/>
                      <a:pt x="6245" y="3976"/>
                      <a:pt x="6245" y="4181"/>
                    </a:cubicBezTo>
                    <a:cubicBezTo>
                      <a:pt x="6245" y="4206"/>
                      <a:pt x="6245" y="4228"/>
                      <a:pt x="6242" y="4250"/>
                    </a:cubicBezTo>
                    <a:lnTo>
                      <a:pt x="8007" y="4573"/>
                    </a:lnTo>
                    <a:cubicBezTo>
                      <a:pt x="8073" y="4585"/>
                      <a:pt x="8142" y="4593"/>
                      <a:pt x="8210" y="4593"/>
                    </a:cubicBezTo>
                    <a:cubicBezTo>
                      <a:pt x="8411" y="4593"/>
                      <a:pt x="8607" y="4536"/>
                      <a:pt x="8778" y="4429"/>
                    </a:cubicBezTo>
                    <a:cubicBezTo>
                      <a:pt x="9008" y="4287"/>
                      <a:pt x="9167" y="4054"/>
                      <a:pt x="9219" y="3790"/>
                    </a:cubicBezTo>
                    <a:lnTo>
                      <a:pt x="9461" y="2492"/>
                    </a:lnTo>
                    <a:cubicBezTo>
                      <a:pt x="9561" y="1956"/>
                      <a:pt x="9182" y="1433"/>
                      <a:pt x="8612" y="1325"/>
                    </a:cubicBezTo>
                    <a:lnTo>
                      <a:pt x="1481" y="20"/>
                    </a:lnTo>
                    <a:cubicBezTo>
                      <a:pt x="1414" y="7"/>
                      <a:pt x="1347" y="1"/>
                      <a:pt x="127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54"/>
              <p:cNvSpPr/>
              <p:nvPr/>
            </p:nvSpPr>
            <p:spPr>
              <a:xfrm flipH="1">
                <a:off x="6125022" y="3694139"/>
                <a:ext cx="181447" cy="289881"/>
              </a:xfrm>
              <a:custGeom>
                <a:rect b="b" l="l" r="r" t="t"/>
                <a:pathLst>
                  <a:path extrusionOk="0" h="4010" w="2510">
                    <a:moveTo>
                      <a:pt x="1685" y="0"/>
                    </a:moveTo>
                    <a:cubicBezTo>
                      <a:pt x="1222" y="3"/>
                      <a:pt x="816" y="306"/>
                      <a:pt x="679" y="747"/>
                    </a:cubicBezTo>
                    <a:lnTo>
                      <a:pt x="86" y="2637"/>
                    </a:lnTo>
                    <a:cubicBezTo>
                      <a:pt x="1" y="2906"/>
                      <a:pt x="23" y="3197"/>
                      <a:pt x="152" y="3447"/>
                    </a:cubicBezTo>
                    <a:cubicBezTo>
                      <a:pt x="277" y="3694"/>
                      <a:pt x="498" y="3880"/>
                      <a:pt x="762" y="3963"/>
                    </a:cubicBezTo>
                    <a:cubicBezTo>
                      <a:pt x="863" y="3995"/>
                      <a:pt x="966" y="4010"/>
                      <a:pt x="1068" y="4010"/>
                    </a:cubicBezTo>
                    <a:cubicBezTo>
                      <a:pt x="1514" y="4010"/>
                      <a:pt x="1930" y="3717"/>
                      <a:pt x="2074" y="3261"/>
                    </a:cubicBezTo>
                    <a:lnTo>
                      <a:pt x="2510" y="1878"/>
                    </a:lnTo>
                    <a:lnTo>
                      <a:pt x="2470" y="1865"/>
                    </a:lnTo>
                    <a:cubicBezTo>
                      <a:pt x="1871" y="1677"/>
                      <a:pt x="1538" y="1041"/>
                      <a:pt x="1726" y="441"/>
                    </a:cubicBezTo>
                    <a:cubicBezTo>
                      <a:pt x="1773" y="292"/>
                      <a:pt x="1851" y="155"/>
                      <a:pt x="1954" y="35"/>
                    </a:cubicBezTo>
                    <a:cubicBezTo>
                      <a:pt x="1866" y="13"/>
                      <a:pt x="1775" y="0"/>
                      <a:pt x="16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54"/>
              <p:cNvSpPr/>
              <p:nvPr/>
            </p:nvSpPr>
            <p:spPr>
              <a:xfrm flipH="1">
                <a:off x="6082878" y="3649752"/>
                <a:ext cx="269423" cy="378508"/>
              </a:xfrm>
              <a:custGeom>
                <a:rect b="b" l="l" r="r" t="t"/>
                <a:pathLst>
                  <a:path extrusionOk="0" h="5236" w="3727">
                    <a:moveTo>
                      <a:pt x="2328" y="0"/>
                    </a:moveTo>
                    <a:cubicBezTo>
                      <a:pt x="1597" y="0"/>
                      <a:pt x="947" y="474"/>
                      <a:pt x="730" y="1177"/>
                    </a:cubicBezTo>
                    <a:lnTo>
                      <a:pt x="135" y="3067"/>
                    </a:lnTo>
                    <a:cubicBezTo>
                      <a:pt x="1" y="3488"/>
                      <a:pt x="40" y="3946"/>
                      <a:pt x="243" y="4340"/>
                    </a:cubicBezTo>
                    <a:cubicBezTo>
                      <a:pt x="522" y="4888"/>
                      <a:pt x="1085" y="5236"/>
                      <a:pt x="1702" y="5236"/>
                    </a:cubicBezTo>
                    <a:cubicBezTo>
                      <a:pt x="1741" y="5236"/>
                      <a:pt x="1783" y="5233"/>
                      <a:pt x="1822" y="5231"/>
                    </a:cubicBezTo>
                    <a:cubicBezTo>
                      <a:pt x="2027" y="5216"/>
                      <a:pt x="2228" y="5162"/>
                      <a:pt x="2414" y="5074"/>
                    </a:cubicBezTo>
                    <a:cubicBezTo>
                      <a:pt x="2835" y="4873"/>
                      <a:pt x="3153" y="4504"/>
                      <a:pt x="3293" y="4058"/>
                    </a:cubicBezTo>
                    <a:lnTo>
                      <a:pt x="3726" y="2675"/>
                    </a:lnTo>
                    <a:lnTo>
                      <a:pt x="3144" y="2492"/>
                    </a:lnTo>
                    <a:lnTo>
                      <a:pt x="2708" y="3875"/>
                    </a:lnTo>
                    <a:cubicBezTo>
                      <a:pt x="2566" y="4331"/>
                      <a:pt x="2148" y="4624"/>
                      <a:pt x="1702" y="4624"/>
                    </a:cubicBezTo>
                    <a:cubicBezTo>
                      <a:pt x="1600" y="4624"/>
                      <a:pt x="1497" y="4609"/>
                      <a:pt x="1396" y="4577"/>
                    </a:cubicBezTo>
                    <a:cubicBezTo>
                      <a:pt x="1132" y="4494"/>
                      <a:pt x="911" y="4308"/>
                      <a:pt x="786" y="4061"/>
                    </a:cubicBezTo>
                    <a:cubicBezTo>
                      <a:pt x="657" y="3809"/>
                      <a:pt x="635" y="3517"/>
                      <a:pt x="720" y="3251"/>
                    </a:cubicBezTo>
                    <a:lnTo>
                      <a:pt x="1313" y="1361"/>
                    </a:lnTo>
                    <a:cubicBezTo>
                      <a:pt x="1450" y="918"/>
                      <a:pt x="1856" y="617"/>
                      <a:pt x="2319" y="612"/>
                    </a:cubicBezTo>
                    <a:cubicBezTo>
                      <a:pt x="2409" y="612"/>
                      <a:pt x="2500" y="624"/>
                      <a:pt x="2588" y="649"/>
                    </a:cubicBezTo>
                    <a:cubicBezTo>
                      <a:pt x="2754" y="458"/>
                      <a:pt x="2982" y="328"/>
                      <a:pt x="3232" y="279"/>
                    </a:cubicBezTo>
                    <a:cubicBezTo>
                      <a:pt x="2987" y="115"/>
                      <a:pt x="2703" y="20"/>
                      <a:pt x="2409" y="2"/>
                    </a:cubicBezTo>
                    <a:cubicBezTo>
                      <a:pt x="2382" y="1"/>
                      <a:pt x="2355" y="0"/>
                      <a:pt x="232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54"/>
              <p:cNvSpPr/>
              <p:nvPr/>
            </p:nvSpPr>
            <p:spPr>
              <a:xfrm flipH="1">
                <a:off x="5849306" y="3897782"/>
                <a:ext cx="132796" cy="86820"/>
              </a:xfrm>
              <a:custGeom>
                <a:rect b="b" l="l" r="r" t="t"/>
                <a:pathLst>
                  <a:path extrusionOk="0" h="1201" w="1837">
                    <a:moveTo>
                      <a:pt x="581" y="1"/>
                    </a:moveTo>
                    <a:cubicBezTo>
                      <a:pt x="365" y="1"/>
                      <a:pt x="166" y="137"/>
                      <a:pt x="91" y="346"/>
                    </a:cubicBezTo>
                    <a:cubicBezTo>
                      <a:pt x="0" y="593"/>
                      <a:pt x="106" y="867"/>
                      <a:pt x="338" y="990"/>
                    </a:cubicBezTo>
                    <a:cubicBezTo>
                      <a:pt x="387" y="994"/>
                      <a:pt x="434" y="999"/>
                      <a:pt x="482" y="1012"/>
                    </a:cubicBezTo>
                    <a:lnTo>
                      <a:pt x="1192" y="1161"/>
                    </a:lnTo>
                    <a:cubicBezTo>
                      <a:pt x="1239" y="1171"/>
                      <a:pt x="1285" y="1183"/>
                      <a:pt x="1332" y="1200"/>
                    </a:cubicBezTo>
                    <a:cubicBezTo>
                      <a:pt x="1594" y="1180"/>
                      <a:pt x="1799" y="972"/>
                      <a:pt x="1819" y="710"/>
                    </a:cubicBezTo>
                    <a:cubicBezTo>
                      <a:pt x="1836" y="451"/>
                      <a:pt x="1660" y="216"/>
                      <a:pt x="1403" y="162"/>
                    </a:cubicBezTo>
                    <a:lnTo>
                      <a:pt x="693" y="13"/>
                    </a:lnTo>
                    <a:cubicBezTo>
                      <a:pt x="656" y="5"/>
                      <a:pt x="618" y="1"/>
                      <a:pt x="58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54"/>
              <p:cNvSpPr/>
              <p:nvPr/>
            </p:nvSpPr>
            <p:spPr>
              <a:xfrm flipH="1">
                <a:off x="5801740" y="3853613"/>
                <a:ext cx="232049" cy="162651"/>
              </a:xfrm>
              <a:custGeom>
                <a:rect b="b" l="l" r="r" t="t"/>
                <a:pathLst>
                  <a:path extrusionOk="0" h="2250" w="3210">
                    <a:moveTo>
                      <a:pt x="1299" y="0"/>
                    </a:moveTo>
                    <a:cubicBezTo>
                      <a:pt x="1196" y="0"/>
                      <a:pt x="1094" y="14"/>
                      <a:pt x="994" y="41"/>
                    </a:cubicBezTo>
                    <a:cubicBezTo>
                      <a:pt x="882" y="73"/>
                      <a:pt x="776" y="120"/>
                      <a:pt x="679" y="183"/>
                    </a:cubicBezTo>
                    <a:cubicBezTo>
                      <a:pt x="147" y="531"/>
                      <a:pt x="1" y="1246"/>
                      <a:pt x="358" y="1772"/>
                    </a:cubicBezTo>
                    <a:cubicBezTo>
                      <a:pt x="538" y="1656"/>
                      <a:pt x="747" y="1597"/>
                      <a:pt x="961" y="1597"/>
                    </a:cubicBezTo>
                    <a:cubicBezTo>
                      <a:pt x="992" y="1597"/>
                      <a:pt x="1022" y="1598"/>
                      <a:pt x="1053" y="1601"/>
                    </a:cubicBezTo>
                    <a:cubicBezTo>
                      <a:pt x="821" y="1478"/>
                      <a:pt x="715" y="1204"/>
                      <a:pt x="806" y="957"/>
                    </a:cubicBezTo>
                    <a:cubicBezTo>
                      <a:pt x="881" y="748"/>
                      <a:pt x="1080" y="612"/>
                      <a:pt x="1296" y="612"/>
                    </a:cubicBezTo>
                    <a:cubicBezTo>
                      <a:pt x="1333" y="612"/>
                      <a:pt x="1371" y="616"/>
                      <a:pt x="1408" y="624"/>
                    </a:cubicBezTo>
                    <a:lnTo>
                      <a:pt x="2118" y="773"/>
                    </a:lnTo>
                    <a:cubicBezTo>
                      <a:pt x="2375" y="827"/>
                      <a:pt x="2551" y="1062"/>
                      <a:pt x="2534" y="1321"/>
                    </a:cubicBezTo>
                    <a:cubicBezTo>
                      <a:pt x="2514" y="1583"/>
                      <a:pt x="2309" y="1791"/>
                      <a:pt x="2047" y="1811"/>
                    </a:cubicBezTo>
                    <a:cubicBezTo>
                      <a:pt x="2279" y="1889"/>
                      <a:pt x="2478" y="2044"/>
                      <a:pt x="2615" y="2249"/>
                    </a:cubicBezTo>
                    <a:cubicBezTo>
                      <a:pt x="3006" y="2002"/>
                      <a:pt x="3210" y="1542"/>
                      <a:pt x="3129" y="1087"/>
                    </a:cubicBezTo>
                    <a:cubicBezTo>
                      <a:pt x="3048" y="631"/>
                      <a:pt x="2698" y="269"/>
                      <a:pt x="2245" y="174"/>
                    </a:cubicBezTo>
                    <a:lnTo>
                      <a:pt x="1616" y="41"/>
                    </a:lnTo>
                    <a:lnTo>
                      <a:pt x="1535" y="24"/>
                    </a:lnTo>
                    <a:cubicBezTo>
                      <a:pt x="1457" y="8"/>
                      <a:pt x="1378" y="0"/>
                      <a:pt x="129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54"/>
              <p:cNvSpPr/>
              <p:nvPr/>
            </p:nvSpPr>
            <p:spPr>
              <a:xfrm flipH="1">
                <a:off x="6011092" y="3712573"/>
                <a:ext cx="134675" cy="91735"/>
              </a:xfrm>
              <a:custGeom>
                <a:rect b="b" l="l" r="r" t="t"/>
                <a:pathLst>
                  <a:path extrusionOk="0" h="1269" w="1863">
                    <a:moveTo>
                      <a:pt x="590" y="1"/>
                    </a:moveTo>
                    <a:cubicBezTo>
                      <a:pt x="365" y="1"/>
                      <a:pt x="158" y="145"/>
                      <a:pt x="88" y="370"/>
                    </a:cubicBezTo>
                    <a:cubicBezTo>
                      <a:pt x="0" y="646"/>
                      <a:pt x="154" y="940"/>
                      <a:pt x="431" y="1028"/>
                    </a:cubicBezTo>
                    <a:lnTo>
                      <a:pt x="1124" y="1246"/>
                    </a:lnTo>
                    <a:cubicBezTo>
                      <a:pt x="1174" y="1261"/>
                      <a:pt x="1225" y="1268"/>
                      <a:pt x="1275" y="1268"/>
                    </a:cubicBezTo>
                    <a:cubicBezTo>
                      <a:pt x="1499" y="1268"/>
                      <a:pt x="1707" y="1124"/>
                      <a:pt x="1777" y="901"/>
                    </a:cubicBezTo>
                    <a:cubicBezTo>
                      <a:pt x="1863" y="624"/>
                      <a:pt x="1711" y="330"/>
                      <a:pt x="1437" y="242"/>
                    </a:cubicBezTo>
                    <a:lnTo>
                      <a:pt x="747" y="24"/>
                    </a:lnTo>
                    <a:cubicBezTo>
                      <a:pt x="694" y="8"/>
                      <a:pt x="642" y="1"/>
                      <a:pt x="59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54"/>
              <p:cNvSpPr/>
              <p:nvPr/>
            </p:nvSpPr>
            <p:spPr>
              <a:xfrm flipH="1">
                <a:off x="5961719" y="3668476"/>
                <a:ext cx="242459" cy="179929"/>
              </a:xfrm>
              <a:custGeom>
                <a:rect b="b" l="l" r="r" t="t"/>
                <a:pathLst>
                  <a:path extrusionOk="0" h="2489" w="3354">
                    <a:moveTo>
                      <a:pt x="1397" y="611"/>
                    </a:moveTo>
                    <a:cubicBezTo>
                      <a:pt x="1448" y="611"/>
                      <a:pt x="1501" y="618"/>
                      <a:pt x="1552" y="634"/>
                    </a:cubicBezTo>
                    <a:lnTo>
                      <a:pt x="2245" y="852"/>
                    </a:lnTo>
                    <a:cubicBezTo>
                      <a:pt x="2522" y="940"/>
                      <a:pt x="2676" y="1234"/>
                      <a:pt x="2590" y="1511"/>
                    </a:cubicBezTo>
                    <a:lnTo>
                      <a:pt x="2588" y="1511"/>
                    </a:lnTo>
                    <a:cubicBezTo>
                      <a:pt x="2518" y="1734"/>
                      <a:pt x="2311" y="1878"/>
                      <a:pt x="2088" y="1878"/>
                    </a:cubicBezTo>
                    <a:cubicBezTo>
                      <a:pt x="2035" y="1878"/>
                      <a:pt x="1982" y="1870"/>
                      <a:pt x="1929" y="1853"/>
                    </a:cubicBezTo>
                    <a:lnTo>
                      <a:pt x="1239" y="1638"/>
                    </a:lnTo>
                    <a:cubicBezTo>
                      <a:pt x="962" y="1550"/>
                      <a:pt x="808" y="1256"/>
                      <a:pt x="894" y="980"/>
                    </a:cubicBezTo>
                    <a:cubicBezTo>
                      <a:pt x="965" y="755"/>
                      <a:pt x="1173" y="611"/>
                      <a:pt x="1397" y="611"/>
                    </a:cubicBezTo>
                    <a:close/>
                    <a:moveTo>
                      <a:pt x="1402" y="1"/>
                    </a:moveTo>
                    <a:cubicBezTo>
                      <a:pt x="1329" y="1"/>
                      <a:pt x="1255" y="8"/>
                      <a:pt x="1183" y="22"/>
                    </a:cubicBezTo>
                    <a:cubicBezTo>
                      <a:pt x="933" y="69"/>
                      <a:pt x="705" y="199"/>
                      <a:pt x="539" y="390"/>
                    </a:cubicBezTo>
                    <a:cubicBezTo>
                      <a:pt x="0" y="1009"/>
                      <a:pt x="272" y="1976"/>
                      <a:pt x="1055" y="2220"/>
                    </a:cubicBezTo>
                    <a:lnTo>
                      <a:pt x="1095" y="2233"/>
                    </a:lnTo>
                    <a:lnTo>
                      <a:pt x="1677" y="2416"/>
                    </a:lnTo>
                    <a:lnTo>
                      <a:pt x="1748" y="2438"/>
                    </a:lnTo>
                    <a:cubicBezTo>
                      <a:pt x="1859" y="2473"/>
                      <a:pt x="1972" y="2489"/>
                      <a:pt x="2082" y="2489"/>
                    </a:cubicBezTo>
                    <a:cubicBezTo>
                      <a:pt x="2565" y="2489"/>
                      <a:pt x="3012" y="2178"/>
                      <a:pt x="3165" y="1692"/>
                    </a:cubicBezTo>
                    <a:cubicBezTo>
                      <a:pt x="3354" y="1097"/>
                      <a:pt x="3023" y="461"/>
                      <a:pt x="2429" y="270"/>
                    </a:cubicBezTo>
                    <a:lnTo>
                      <a:pt x="1738" y="52"/>
                    </a:lnTo>
                    <a:cubicBezTo>
                      <a:pt x="1629" y="18"/>
                      <a:pt x="1515" y="1"/>
                      <a:pt x="140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54"/>
              <p:cNvSpPr/>
              <p:nvPr/>
            </p:nvSpPr>
            <p:spPr>
              <a:xfrm flipH="1">
                <a:off x="5872367" y="4013158"/>
                <a:ext cx="132073" cy="86892"/>
              </a:xfrm>
              <a:custGeom>
                <a:rect b="b" l="l" r="r" t="t"/>
                <a:pathLst>
                  <a:path extrusionOk="0" h="1202" w="1827">
                    <a:moveTo>
                      <a:pt x="554" y="1"/>
                    </a:moveTo>
                    <a:cubicBezTo>
                      <a:pt x="285" y="1"/>
                      <a:pt x="57" y="204"/>
                      <a:pt x="28" y="473"/>
                    </a:cubicBezTo>
                    <a:cubicBezTo>
                      <a:pt x="1" y="742"/>
                      <a:pt x="182" y="987"/>
                      <a:pt x="449" y="1041"/>
                    </a:cubicBezTo>
                    <a:lnTo>
                      <a:pt x="1159" y="1193"/>
                    </a:lnTo>
                    <a:cubicBezTo>
                      <a:pt x="1191" y="1198"/>
                      <a:pt x="1222" y="1201"/>
                      <a:pt x="1254" y="1201"/>
                    </a:cubicBezTo>
                    <a:cubicBezTo>
                      <a:pt x="1497" y="1201"/>
                      <a:pt x="1716" y="1031"/>
                      <a:pt x="1768" y="784"/>
                    </a:cubicBezTo>
                    <a:cubicBezTo>
                      <a:pt x="1827" y="505"/>
                      <a:pt x="1653" y="231"/>
                      <a:pt x="1374" y="165"/>
                    </a:cubicBezTo>
                    <a:lnTo>
                      <a:pt x="1374" y="162"/>
                    </a:lnTo>
                    <a:lnTo>
                      <a:pt x="664" y="13"/>
                    </a:lnTo>
                    <a:cubicBezTo>
                      <a:pt x="627" y="5"/>
                      <a:pt x="591" y="1"/>
                      <a:pt x="55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54"/>
              <p:cNvSpPr/>
              <p:nvPr/>
            </p:nvSpPr>
            <p:spPr>
              <a:xfrm flipH="1">
                <a:off x="5808463" y="3968989"/>
                <a:ext cx="245350" cy="175374"/>
              </a:xfrm>
              <a:custGeom>
                <a:rect b="b" l="l" r="r" t="t"/>
                <a:pathLst>
                  <a:path extrusionOk="0" h="2426" w="3394">
                    <a:moveTo>
                      <a:pt x="1232" y="612"/>
                    </a:moveTo>
                    <a:cubicBezTo>
                      <a:pt x="1234" y="612"/>
                      <a:pt x="1235" y="612"/>
                      <a:pt x="1237" y="612"/>
                    </a:cubicBezTo>
                    <a:cubicBezTo>
                      <a:pt x="1274" y="612"/>
                      <a:pt x="1310" y="614"/>
                      <a:pt x="1347" y="624"/>
                    </a:cubicBezTo>
                    <a:lnTo>
                      <a:pt x="2057" y="773"/>
                    </a:lnTo>
                    <a:cubicBezTo>
                      <a:pt x="2341" y="832"/>
                      <a:pt x="2522" y="1111"/>
                      <a:pt x="2463" y="1397"/>
                    </a:cubicBezTo>
                    <a:cubicBezTo>
                      <a:pt x="2410" y="1642"/>
                      <a:pt x="2192" y="1813"/>
                      <a:pt x="1951" y="1813"/>
                    </a:cubicBezTo>
                    <a:cubicBezTo>
                      <a:pt x="1915" y="1813"/>
                      <a:pt x="1878" y="1809"/>
                      <a:pt x="1842" y="1801"/>
                    </a:cubicBezTo>
                    <a:lnTo>
                      <a:pt x="1132" y="1652"/>
                    </a:lnTo>
                    <a:cubicBezTo>
                      <a:pt x="865" y="1598"/>
                      <a:pt x="684" y="1351"/>
                      <a:pt x="711" y="1082"/>
                    </a:cubicBezTo>
                    <a:cubicBezTo>
                      <a:pt x="740" y="816"/>
                      <a:pt x="965" y="612"/>
                      <a:pt x="1232" y="612"/>
                    </a:cubicBezTo>
                    <a:close/>
                    <a:moveTo>
                      <a:pt x="1238" y="1"/>
                    </a:moveTo>
                    <a:cubicBezTo>
                      <a:pt x="1024" y="1"/>
                      <a:pt x="815" y="60"/>
                      <a:pt x="635" y="176"/>
                    </a:cubicBezTo>
                    <a:lnTo>
                      <a:pt x="618" y="186"/>
                    </a:lnTo>
                    <a:cubicBezTo>
                      <a:pt x="189" y="465"/>
                      <a:pt x="1" y="998"/>
                      <a:pt x="158" y="1485"/>
                    </a:cubicBezTo>
                    <a:cubicBezTo>
                      <a:pt x="224" y="1693"/>
                      <a:pt x="351" y="1879"/>
                      <a:pt x="520" y="2019"/>
                    </a:cubicBezTo>
                    <a:cubicBezTo>
                      <a:pt x="659" y="2134"/>
                      <a:pt x="826" y="2212"/>
                      <a:pt x="1005" y="2251"/>
                    </a:cubicBezTo>
                    <a:lnTo>
                      <a:pt x="1714" y="2401"/>
                    </a:lnTo>
                    <a:cubicBezTo>
                      <a:pt x="1793" y="2415"/>
                      <a:pt x="1871" y="2425"/>
                      <a:pt x="1952" y="2425"/>
                    </a:cubicBezTo>
                    <a:cubicBezTo>
                      <a:pt x="2853" y="2423"/>
                      <a:pt x="3393" y="1422"/>
                      <a:pt x="2902" y="668"/>
                    </a:cubicBezTo>
                    <a:cubicBezTo>
                      <a:pt x="2899" y="663"/>
                      <a:pt x="2894" y="658"/>
                      <a:pt x="2892" y="653"/>
                    </a:cubicBezTo>
                    <a:cubicBezTo>
                      <a:pt x="2755" y="448"/>
                      <a:pt x="2556" y="293"/>
                      <a:pt x="2324" y="215"/>
                    </a:cubicBezTo>
                    <a:cubicBezTo>
                      <a:pt x="2277" y="198"/>
                      <a:pt x="2231" y="186"/>
                      <a:pt x="2184" y="176"/>
                    </a:cubicBezTo>
                    <a:lnTo>
                      <a:pt x="1474" y="27"/>
                    </a:lnTo>
                    <a:cubicBezTo>
                      <a:pt x="1426" y="14"/>
                      <a:pt x="1379" y="9"/>
                      <a:pt x="1330" y="5"/>
                    </a:cubicBezTo>
                    <a:cubicBezTo>
                      <a:pt x="1299" y="2"/>
                      <a:pt x="1269" y="1"/>
                      <a:pt x="1238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54"/>
              <p:cNvSpPr/>
              <p:nvPr/>
            </p:nvSpPr>
            <p:spPr>
              <a:xfrm flipH="1">
                <a:off x="5775208" y="3728983"/>
                <a:ext cx="128314" cy="75976"/>
              </a:xfrm>
              <a:custGeom>
                <a:rect b="b" l="l" r="r" t="t"/>
                <a:pathLst>
                  <a:path extrusionOk="0" h="1051" w="1775">
                    <a:moveTo>
                      <a:pt x="524" y="1"/>
                    </a:moveTo>
                    <a:cubicBezTo>
                      <a:pt x="235" y="1"/>
                      <a:pt x="0" y="236"/>
                      <a:pt x="0" y="527"/>
                    </a:cubicBezTo>
                    <a:cubicBezTo>
                      <a:pt x="0" y="816"/>
                      <a:pt x="235" y="1051"/>
                      <a:pt x="524" y="1051"/>
                    </a:cubicBezTo>
                    <a:lnTo>
                      <a:pt x="1251" y="1051"/>
                    </a:lnTo>
                    <a:cubicBezTo>
                      <a:pt x="1540" y="1051"/>
                      <a:pt x="1775" y="816"/>
                      <a:pt x="1775" y="527"/>
                    </a:cubicBezTo>
                    <a:cubicBezTo>
                      <a:pt x="1775" y="236"/>
                      <a:pt x="1540" y="1"/>
                      <a:pt x="125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54"/>
              <p:cNvSpPr/>
              <p:nvPr/>
            </p:nvSpPr>
            <p:spPr>
              <a:xfrm flipH="1">
                <a:off x="5730751" y="3684741"/>
                <a:ext cx="217013" cy="164459"/>
              </a:xfrm>
              <a:custGeom>
                <a:rect b="b" l="l" r="r" t="t"/>
                <a:pathLst>
                  <a:path extrusionOk="0" h="2275" w="3002">
                    <a:moveTo>
                      <a:pt x="1863" y="613"/>
                    </a:moveTo>
                    <a:cubicBezTo>
                      <a:pt x="2154" y="613"/>
                      <a:pt x="2387" y="848"/>
                      <a:pt x="2387" y="1139"/>
                    </a:cubicBezTo>
                    <a:lnTo>
                      <a:pt x="2389" y="1136"/>
                    </a:lnTo>
                    <a:lnTo>
                      <a:pt x="2389" y="1136"/>
                    </a:lnTo>
                    <a:cubicBezTo>
                      <a:pt x="2389" y="1428"/>
                      <a:pt x="2154" y="1663"/>
                      <a:pt x="1863" y="1663"/>
                    </a:cubicBezTo>
                    <a:lnTo>
                      <a:pt x="1138" y="1663"/>
                    </a:lnTo>
                    <a:cubicBezTo>
                      <a:pt x="847" y="1663"/>
                      <a:pt x="612" y="1428"/>
                      <a:pt x="612" y="1136"/>
                    </a:cubicBezTo>
                    <a:cubicBezTo>
                      <a:pt x="612" y="848"/>
                      <a:pt x="847" y="613"/>
                      <a:pt x="1138" y="613"/>
                    </a:cubicBezTo>
                    <a:close/>
                    <a:moveTo>
                      <a:pt x="1138" y="1"/>
                    </a:moveTo>
                    <a:cubicBezTo>
                      <a:pt x="945" y="1"/>
                      <a:pt x="756" y="50"/>
                      <a:pt x="588" y="145"/>
                    </a:cubicBezTo>
                    <a:cubicBezTo>
                      <a:pt x="372" y="265"/>
                      <a:pt x="201" y="451"/>
                      <a:pt x="101" y="676"/>
                    </a:cubicBezTo>
                    <a:cubicBezTo>
                      <a:pt x="34" y="821"/>
                      <a:pt x="0" y="980"/>
                      <a:pt x="0" y="1139"/>
                    </a:cubicBezTo>
                    <a:cubicBezTo>
                      <a:pt x="0" y="1168"/>
                      <a:pt x="0" y="1200"/>
                      <a:pt x="5" y="1227"/>
                    </a:cubicBezTo>
                    <a:cubicBezTo>
                      <a:pt x="52" y="1817"/>
                      <a:pt x="544" y="2275"/>
                      <a:pt x="1138" y="2275"/>
                    </a:cubicBezTo>
                    <a:lnTo>
                      <a:pt x="1863" y="2275"/>
                    </a:lnTo>
                    <a:cubicBezTo>
                      <a:pt x="2463" y="2275"/>
                      <a:pt x="2959" y="1807"/>
                      <a:pt x="2996" y="1207"/>
                    </a:cubicBezTo>
                    <a:cubicBezTo>
                      <a:pt x="2999" y="1185"/>
                      <a:pt x="2999" y="1161"/>
                      <a:pt x="2999" y="1139"/>
                    </a:cubicBezTo>
                    <a:cubicBezTo>
                      <a:pt x="3001" y="933"/>
                      <a:pt x="2945" y="732"/>
                      <a:pt x="2839" y="556"/>
                    </a:cubicBezTo>
                    <a:cubicBezTo>
                      <a:pt x="2634" y="211"/>
                      <a:pt x="2264" y="1"/>
                      <a:pt x="1863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0" name="Google Shape;560;p54"/>
            <p:cNvGrpSpPr/>
            <p:nvPr/>
          </p:nvGrpSpPr>
          <p:grpSpPr>
            <a:xfrm flipH="1">
              <a:off x="3008882" y="3185756"/>
              <a:ext cx="805069" cy="1002958"/>
              <a:chOff x="-1778892" y="2016220"/>
              <a:chExt cx="891846" cy="1111064"/>
            </a:xfrm>
          </p:grpSpPr>
          <p:sp>
            <p:nvSpPr>
              <p:cNvPr id="561" name="Google Shape;561;p54"/>
              <p:cNvSpPr/>
              <p:nvPr/>
            </p:nvSpPr>
            <p:spPr>
              <a:xfrm flipH="1" rot="-2403405">
                <a:off x="-1713636" y="2739091"/>
                <a:ext cx="323562" cy="320750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lt2"/>
              </a:solidFill>
              <a:ln cap="flat" cmpd="sng" w="2705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2" name="Google Shape;562;p54"/>
              <p:cNvGrpSpPr/>
              <p:nvPr/>
            </p:nvGrpSpPr>
            <p:grpSpPr>
              <a:xfrm>
                <a:off x="-1752744" y="2016220"/>
                <a:ext cx="865698" cy="1111064"/>
                <a:chOff x="1465000" y="899175"/>
                <a:chExt cx="746613" cy="958227"/>
              </a:xfrm>
            </p:grpSpPr>
            <p:sp>
              <p:nvSpPr>
                <p:cNvPr id="563" name="Google Shape;563;p54"/>
                <p:cNvSpPr/>
                <p:nvPr/>
              </p:nvSpPr>
              <p:spPr>
                <a:xfrm rot="2547290">
                  <a:off x="1875788" y="1522865"/>
                  <a:ext cx="279046" cy="276621"/>
                </a:xfrm>
                <a:custGeom>
                  <a:rect b="b" l="l" r="r" t="t"/>
                  <a:pathLst>
                    <a:path extrusionOk="0" h="11065" w="11162">
                      <a:moveTo>
                        <a:pt x="4307" y="1"/>
                      </a:moveTo>
                      <a:cubicBezTo>
                        <a:pt x="3987" y="3556"/>
                        <a:pt x="2405" y="6744"/>
                        <a:pt x="0" y="9117"/>
                      </a:cubicBezTo>
                      <a:lnTo>
                        <a:pt x="3356" y="10619"/>
                      </a:lnTo>
                      <a:cubicBezTo>
                        <a:pt x="4027" y="10921"/>
                        <a:pt x="4729" y="11064"/>
                        <a:pt x="5420" y="11064"/>
                      </a:cubicBezTo>
                      <a:cubicBezTo>
                        <a:pt x="7343" y="11064"/>
                        <a:pt x="9179" y="9956"/>
                        <a:pt x="10019" y="8087"/>
                      </a:cubicBezTo>
                      <a:cubicBezTo>
                        <a:pt x="11162" y="5546"/>
                        <a:pt x="10019" y="2566"/>
                        <a:pt x="7487" y="1423"/>
                      </a:cubicBezTo>
                      <a:lnTo>
                        <a:pt x="430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54"/>
                <p:cNvSpPr/>
                <p:nvPr/>
              </p:nvSpPr>
              <p:spPr>
                <a:xfrm>
                  <a:off x="1465000" y="899175"/>
                  <a:ext cx="735500" cy="735500"/>
                </a:xfrm>
                <a:custGeom>
                  <a:rect b="b" l="l" r="r" t="t"/>
                  <a:pathLst>
                    <a:path extrusionOk="0" h="29420" w="29420">
                      <a:moveTo>
                        <a:pt x="14710" y="1"/>
                      </a:moveTo>
                      <a:cubicBezTo>
                        <a:pt x="6585" y="1"/>
                        <a:pt x="1" y="6584"/>
                        <a:pt x="1" y="14710"/>
                      </a:cubicBezTo>
                      <a:cubicBezTo>
                        <a:pt x="1" y="22836"/>
                        <a:pt x="6585" y="29419"/>
                        <a:pt x="14710" y="29419"/>
                      </a:cubicBezTo>
                      <a:cubicBezTo>
                        <a:pt x="22836" y="29419"/>
                        <a:pt x="29420" y="22836"/>
                        <a:pt x="29420" y="14710"/>
                      </a:cubicBezTo>
                      <a:cubicBezTo>
                        <a:pt x="29420" y="6584"/>
                        <a:pt x="22836" y="1"/>
                        <a:pt x="1471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65" name="Google Shape;565;p54"/>
              <p:cNvSpPr/>
              <p:nvPr/>
            </p:nvSpPr>
            <p:spPr>
              <a:xfrm>
                <a:off x="-1638203" y="2140550"/>
                <a:ext cx="480002" cy="449647"/>
              </a:xfrm>
              <a:custGeom>
                <a:rect b="b" l="l" r="r" t="t"/>
                <a:pathLst>
                  <a:path extrusionOk="0" h="18398" w="19640">
                    <a:moveTo>
                      <a:pt x="9820" y="0"/>
                    </a:moveTo>
                    <a:cubicBezTo>
                      <a:pt x="8929" y="0"/>
                      <a:pt x="8038" y="276"/>
                      <a:pt x="7279" y="827"/>
                    </a:cubicBezTo>
                    <a:lnTo>
                      <a:pt x="2149" y="4551"/>
                    </a:lnTo>
                    <a:cubicBezTo>
                      <a:pt x="631" y="5653"/>
                      <a:pt x="0" y="7603"/>
                      <a:pt x="575" y="9384"/>
                    </a:cubicBezTo>
                    <a:lnTo>
                      <a:pt x="2541" y="15409"/>
                    </a:lnTo>
                    <a:cubicBezTo>
                      <a:pt x="3116" y="17191"/>
                      <a:pt x="4778" y="18397"/>
                      <a:pt x="6648" y="18397"/>
                    </a:cubicBezTo>
                    <a:lnTo>
                      <a:pt x="12992" y="18397"/>
                    </a:lnTo>
                    <a:cubicBezTo>
                      <a:pt x="14861" y="18397"/>
                      <a:pt x="16523" y="17199"/>
                      <a:pt x="17098" y="15409"/>
                    </a:cubicBezTo>
                    <a:lnTo>
                      <a:pt x="19056" y="9384"/>
                    </a:lnTo>
                    <a:cubicBezTo>
                      <a:pt x="19639" y="7603"/>
                      <a:pt x="19008" y="5653"/>
                      <a:pt x="17490" y="4551"/>
                    </a:cubicBezTo>
                    <a:lnTo>
                      <a:pt x="12360" y="827"/>
                    </a:lnTo>
                    <a:cubicBezTo>
                      <a:pt x="11601" y="276"/>
                      <a:pt x="10711" y="0"/>
                      <a:pt x="9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7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6" name="Google Shape;566;p54"/>
            <p:cNvGrpSpPr/>
            <p:nvPr/>
          </p:nvGrpSpPr>
          <p:grpSpPr>
            <a:xfrm flipH="1">
              <a:off x="3979320" y="3256462"/>
              <a:ext cx="1037306" cy="1292279"/>
              <a:chOff x="-1778892" y="2016220"/>
              <a:chExt cx="891846" cy="1111064"/>
            </a:xfrm>
          </p:grpSpPr>
          <p:sp>
            <p:nvSpPr>
              <p:cNvPr id="567" name="Google Shape;567;p54"/>
              <p:cNvSpPr/>
              <p:nvPr/>
            </p:nvSpPr>
            <p:spPr>
              <a:xfrm flipH="1" rot="-2403405">
                <a:off x="-1713636" y="2739091"/>
                <a:ext cx="323562" cy="320750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2705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8" name="Google Shape;568;p54"/>
              <p:cNvGrpSpPr/>
              <p:nvPr/>
            </p:nvGrpSpPr>
            <p:grpSpPr>
              <a:xfrm>
                <a:off x="-1752744" y="2016220"/>
                <a:ext cx="865698" cy="1111064"/>
                <a:chOff x="1465000" y="899175"/>
                <a:chExt cx="746613" cy="958227"/>
              </a:xfrm>
            </p:grpSpPr>
            <p:sp>
              <p:nvSpPr>
                <p:cNvPr id="569" name="Google Shape;569;p54"/>
                <p:cNvSpPr/>
                <p:nvPr/>
              </p:nvSpPr>
              <p:spPr>
                <a:xfrm rot="2547290">
                  <a:off x="1875788" y="1522865"/>
                  <a:ext cx="279046" cy="276621"/>
                </a:xfrm>
                <a:custGeom>
                  <a:rect b="b" l="l" r="r" t="t"/>
                  <a:pathLst>
                    <a:path extrusionOk="0" h="11065" w="11162">
                      <a:moveTo>
                        <a:pt x="4307" y="1"/>
                      </a:moveTo>
                      <a:cubicBezTo>
                        <a:pt x="3987" y="3556"/>
                        <a:pt x="2405" y="6744"/>
                        <a:pt x="0" y="9117"/>
                      </a:cubicBezTo>
                      <a:lnTo>
                        <a:pt x="3356" y="10619"/>
                      </a:lnTo>
                      <a:cubicBezTo>
                        <a:pt x="4027" y="10921"/>
                        <a:pt x="4729" y="11064"/>
                        <a:pt x="5420" y="11064"/>
                      </a:cubicBezTo>
                      <a:cubicBezTo>
                        <a:pt x="7343" y="11064"/>
                        <a:pt x="9179" y="9956"/>
                        <a:pt x="10019" y="8087"/>
                      </a:cubicBezTo>
                      <a:cubicBezTo>
                        <a:pt x="11162" y="5546"/>
                        <a:pt x="10019" y="2566"/>
                        <a:pt x="7487" y="1423"/>
                      </a:cubicBezTo>
                      <a:lnTo>
                        <a:pt x="4307" y="1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54"/>
                <p:cNvSpPr/>
                <p:nvPr/>
              </p:nvSpPr>
              <p:spPr>
                <a:xfrm>
                  <a:off x="1465000" y="899175"/>
                  <a:ext cx="735500" cy="735500"/>
                </a:xfrm>
                <a:custGeom>
                  <a:rect b="b" l="l" r="r" t="t"/>
                  <a:pathLst>
                    <a:path extrusionOk="0" h="29420" w="29420">
                      <a:moveTo>
                        <a:pt x="14710" y="1"/>
                      </a:moveTo>
                      <a:cubicBezTo>
                        <a:pt x="6585" y="1"/>
                        <a:pt x="1" y="6584"/>
                        <a:pt x="1" y="14710"/>
                      </a:cubicBezTo>
                      <a:cubicBezTo>
                        <a:pt x="1" y="22836"/>
                        <a:pt x="6585" y="29419"/>
                        <a:pt x="14710" y="29419"/>
                      </a:cubicBezTo>
                      <a:cubicBezTo>
                        <a:pt x="22836" y="29419"/>
                        <a:pt x="29420" y="22836"/>
                        <a:pt x="29420" y="14710"/>
                      </a:cubicBezTo>
                      <a:cubicBezTo>
                        <a:pt x="29420" y="6584"/>
                        <a:pt x="22836" y="1"/>
                        <a:pt x="147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71" name="Google Shape;571;p54"/>
              <p:cNvSpPr/>
              <p:nvPr/>
            </p:nvSpPr>
            <p:spPr>
              <a:xfrm>
                <a:off x="-1638203" y="2140550"/>
                <a:ext cx="480002" cy="449647"/>
              </a:xfrm>
              <a:custGeom>
                <a:rect b="b" l="l" r="r" t="t"/>
                <a:pathLst>
                  <a:path extrusionOk="0" h="18398" w="19640">
                    <a:moveTo>
                      <a:pt x="9820" y="0"/>
                    </a:moveTo>
                    <a:cubicBezTo>
                      <a:pt x="8929" y="0"/>
                      <a:pt x="8038" y="276"/>
                      <a:pt x="7279" y="827"/>
                    </a:cubicBezTo>
                    <a:lnTo>
                      <a:pt x="2149" y="4551"/>
                    </a:lnTo>
                    <a:cubicBezTo>
                      <a:pt x="631" y="5653"/>
                      <a:pt x="0" y="7603"/>
                      <a:pt x="575" y="9384"/>
                    </a:cubicBezTo>
                    <a:lnTo>
                      <a:pt x="2541" y="15409"/>
                    </a:lnTo>
                    <a:cubicBezTo>
                      <a:pt x="3116" y="17191"/>
                      <a:pt x="4778" y="18397"/>
                      <a:pt x="6648" y="18397"/>
                    </a:cubicBezTo>
                    <a:lnTo>
                      <a:pt x="12992" y="18397"/>
                    </a:lnTo>
                    <a:cubicBezTo>
                      <a:pt x="14861" y="18397"/>
                      <a:pt x="16523" y="17199"/>
                      <a:pt x="17098" y="15409"/>
                    </a:cubicBezTo>
                    <a:lnTo>
                      <a:pt x="19056" y="9384"/>
                    </a:lnTo>
                    <a:cubicBezTo>
                      <a:pt x="19639" y="7603"/>
                      <a:pt x="19008" y="5653"/>
                      <a:pt x="17490" y="4551"/>
                    </a:cubicBezTo>
                    <a:lnTo>
                      <a:pt x="12360" y="827"/>
                    </a:lnTo>
                    <a:cubicBezTo>
                      <a:pt x="11601" y="276"/>
                      <a:pt x="10711" y="0"/>
                      <a:pt x="9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7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2" name="Google Shape;572;p54"/>
            <p:cNvGrpSpPr/>
            <p:nvPr/>
          </p:nvGrpSpPr>
          <p:grpSpPr>
            <a:xfrm>
              <a:off x="6143901" y="3256462"/>
              <a:ext cx="1037306" cy="1292279"/>
              <a:chOff x="-1778892" y="2016220"/>
              <a:chExt cx="891846" cy="1111064"/>
            </a:xfrm>
          </p:grpSpPr>
          <p:sp>
            <p:nvSpPr>
              <p:cNvPr id="573" name="Google Shape;573;p54"/>
              <p:cNvSpPr/>
              <p:nvPr/>
            </p:nvSpPr>
            <p:spPr>
              <a:xfrm flipH="1" rot="-2403405">
                <a:off x="-1713636" y="2739091"/>
                <a:ext cx="323562" cy="320750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6"/>
              </a:solidFill>
              <a:ln cap="flat" cmpd="sng" w="2705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74" name="Google Shape;574;p54"/>
              <p:cNvGrpSpPr/>
              <p:nvPr/>
            </p:nvGrpSpPr>
            <p:grpSpPr>
              <a:xfrm>
                <a:off x="-1752744" y="2016220"/>
                <a:ext cx="865698" cy="1111064"/>
                <a:chOff x="1465000" y="899175"/>
                <a:chExt cx="746613" cy="958227"/>
              </a:xfrm>
            </p:grpSpPr>
            <p:sp>
              <p:nvSpPr>
                <p:cNvPr id="575" name="Google Shape;575;p54"/>
                <p:cNvSpPr/>
                <p:nvPr/>
              </p:nvSpPr>
              <p:spPr>
                <a:xfrm rot="2547290">
                  <a:off x="1875788" y="1522865"/>
                  <a:ext cx="279046" cy="276621"/>
                </a:xfrm>
                <a:custGeom>
                  <a:rect b="b" l="l" r="r" t="t"/>
                  <a:pathLst>
                    <a:path extrusionOk="0" h="11065" w="11162">
                      <a:moveTo>
                        <a:pt x="4307" y="1"/>
                      </a:moveTo>
                      <a:cubicBezTo>
                        <a:pt x="3987" y="3556"/>
                        <a:pt x="2405" y="6744"/>
                        <a:pt x="0" y="9117"/>
                      </a:cubicBezTo>
                      <a:lnTo>
                        <a:pt x="3356" y="10619"/>
                      </a:lnTo>
                      <a:cubicBezTo>
                        <a:pt x="4027" y="10921"/>
                        <a:pt x="4729" y="11064"/>
                        <a:pt x="5420" y="11064"/>
                      </a:cubicBezTo>
                      <a:cubicBezTo>
                        <a:pt x="7343" y="11064"/>
                        <a:pt x="9179" y="9956"/>
                        <a:pt x="10019" y="8087"/>
                      </a:cubicBezTo>
                      <a:cubicBezTo>
                        <a:pt x="11162" y="5546"/>
                        <a:pt x="10019" y="2566"/>
                        <a:pt x="7487" y="1423"/>
                      </a:cubicBezTo>
                      <a:lnTo>
                        <a:pt x="430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54"/>
                <p:cNvSpPr/>
                <p:nvPr/>
              </p:nvSpPr>
              <p:spPr>
                <a:xfrm>
                  <a:off x="1465000" y="899175"/>
                  <a:ext cx="735500" cy="735500"/>
                </a:xfrm>
                <a:custGeom>
                  <a:rect b="b" l="l" r="r" t="t"/>
                  <a:pathLst>
                    <a:path extrusionOk="0" h="29420" w="29420">
                      <a:moveTo>
                        <a:pt x="14710" y="1"/>
                      </a:moveTo>
                      <a:cubicBezTo>
                        <a:pt x="6585" y="1"/>
                        <a:pt x="1" y="6584"/>
                        <a:pt x="1" y="14710"/>
                      </a:cubicBezTo>
                      <a:cubicBezTo>
                        <a:pt x="1" y="22836"/>
                        <a:pt x="6585" y="29419"/>
                        <a:pt x="14710" y="29419"/>
                      </a:cubicBezTo>
                      <a:cubicBezTo>
                        <a:pt x="22836" y="29419"/>
                        <a:pt x="29420" y="22836"/>
                        <a:pt x="29420" y="14710"/>
                      </a:cubicBezTo>
                      <a:cubicBezTo>
                        <a:pt x="29420" y="6584"/>
                        <a:pt x="22836" y="1"/>
                        <a:pt x="14710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77" name="Google Shape;577;p54"/>
              <p:cNvSpPr/>
              <p:nvPr/>
            </p:nvSpPr>
            <p:spPr>
              <a:xfrm>
                <a:off x="-1638203" y="2140550"/>
                <a:ext cx="480002" cy="449647"/>
              </a:xfrm>
              <a:custGeom>
                <a:rect b="b" l="l" r="r" t="t"/>
                <a:pathLst>
                  <a:path extrusionOk="0" h="18398" w="19640">
                    <a:moveTo>
                      <a:pt x="9820" y="0"/>
                    </a:moveTo>
                    <a:cubicBezTo>
                      <a:pt x="8929" y="0"/>
                      <a:pt x="8038" y="276"/>
                      <a:pt x="7279" y="827"/>
                    </a:cubicBezTo>
                    <a:lnTo>
                      <a:pt x="2149" y="4551"/>
                    </a:lnTo>
                    <a:cubicBezTo>
                      <a:pt x="631" y="5653"/>
                      <a:pt x="0" y="7603"/>
                      <a:pt x="575" y="9384"/>
                    </a:cubicBezTo>
                    <a:lnTo>
                      <a:pt x="2541" y="15409"/>
                    </a:lnTo>
                    <a:cubicBezTo>
                      <a:pt x="3116" y="17191"/>
                      <a:pt x="4778" y="18397"/>
                      <a:pt x="6648" y="18397"/>
                    </a:cubicBezTo>
                    <a:lnTo>
                      <a:pt x="12992" y="18397"/>
                    </a:lnTo>
                    <a:cubicBezTo>
                      <a:pt x="14861" y="18397"/>
                      <a:pt x="16523" y="17199"/>
                      <a:pt x="17098" y="15409"/>
                    </a:cubicBezTo>
                    <a:lnTo>
                      <a:pt x="19056" y="9384"/>
                    </a:lnTo>
                    <a:cubicBezTo>
                      <a:pt x="19639" y="7603"/>
                      <a:pt x="19008" y="5653"/>
                      <a:pt x="17490" y="4551"/>
                    </a:cubicBezTo>
                    <a:lnTo>
                      <a:pt x="12360" y="827"/>
                    </a:lnTo>
                    <a:cubicBezTo>
                      <a:pt x="11601" y="276"/>
                      <a:pt x="10711" y="0"/>
                      <a:pt x="9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7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8" name="Google Shape;578;p54"/>
            <p:cNvGrpSpPr/>
            <p:nvPr/>
          </p:nvGrpSpPr>
          <p:grpSpPr>
            <a:xfrm rot="380">
              <a:off x="2036482" y="3037777"/>
              <a:ext cx="807031" cy="1005624"/>
              <a:chOff x="-1778892" y="2016220"/>
              <a:chExt cx="891846" cy="1111064"/>
            </a:xfrm>
          </p:grpSpPr>
          <p:sp>
            <p:nvSpPr>
              <p:cNvPr id="579" name="Google Shape;579;p54"/>
              <p:cNvSpPr/>
              <p:nvPr/>
            </p:nvSpPr>
            <p:spPr>
              <a:xfrm flipH="1" rot="-2403405">
                <a:off x="-1713636" y="2739091"/>
                <a:ext cx="323562" cy="320750"/>
              </a:xfrm>
              <a:custGeom>
                <a:rect b="b" l="l" r="r" t="t"/>
                <a:pathLst>
                  <a:path extrusionOk="0" h="11065" w="11162">
                    <a:moveTo>
                      <a:pt x="4307" y="1"/>
                    </a:moveTo>
                    <a:cubicBezTo>
                      <a:pt x="3987" y="3556"/>
                      <a:pt x="2405" y="6744"/>
                      <a:pt x="0" y="9117"/>
                    </a:cubicBezTo>
                    <a:lnTo>
                      <a:pt x="3356" y="10619"/>
                    </a:lnTo>
                    <a:cubicBezTo>
                      <a:pt x="4027" y="10921"/>
                      <a:pt x="4729" y="11064"/>
                      <a:pt x="5420" y="11064"/>
                    </a:cubicBezTo>
                    <a:cubicBezTo>
                      <a:pt x="7343" y="11064"/>
                      <a:pt x="9179" y="9956"/>
                      <a:pt x="10019" y="8087"/>
                    </a:cubicBezTo>
                    <a:cubicBezTo>
                      <a:pt x="11162" y="5546"/>
                      <a:pt x="10019" y="2566"/>
                      <a:pt x="7487" y="1423"/>
                    </a:cubicBezTo>
                    <a:lnTo>
                      <a:pt x="4307" y="1"/>
                    </a:lnTo>
                    <a:close/>
                  </a:path>
                </a:pathLst>
              </a:custGeom>
              <a:solidFill>
                <a:schemeClr val="accent3"/>
              </a:solidFill>
              <a:ln cap="flat" cmpd="sng" w="27050">
                <a:solidFill>
                  <a:srgbClr val="000000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0" name="Google Shape;580;p54"/>
              <p:cNvGrpSpPr/>
              <p:nvPr/>
            </p:nvGrpSpPr>
            <p:grpSpPr>
              <a:xfrm>
                <a:off x="-1752744" y="2016220"/>
                <a:ext cx="865698" cy="1111064"/>
                <a:chOff x="1465000" y="899175"/>
                <a:chExt cx="746613" cy="958227"/>
              </a:xfrm>
            </p:grpSpPr>
            <p:sp>
              <p:nvSpPr>
                <p:cNvPr id="581" name="Google Shape;581;p54"/>
                <p:cNvSpPr/>
                <p:nvPr/>
              </p:nvSpPr>
              <p:spPr>
                <a:xfrm rot="2547290">
                  <a:off x="1875788" y="1522865"/>
                  <a:ext cx="279046" cy="276621"/>
                </a:xfrm>
                <a:custGeom>
                  <a:rect b="b" l="l" r="r" t="t"/>
                  <a:pathLst>
                    <a:path extrusionOk="0" h="11065" w="11162">
                      <a:moveTo>
                        <a:pt x="4307" y="1"/>
                      </a:moveTo>
                      <a:cubicBezTo>
                        <a:pt x="3987" y="3556"/>
                        <a:pt x="2405" y="6744"/>
                        <a:pt x="0" y="9117"/>
                      </a:cubicBezTo>
                      <a:lnTo>
                        <a:pt x="3356" y="10619"/>
                      </a:lnTo>
                      <a:cubicBezTo>
                        <a:pt x="4027" y="10921"/>
                        <a:pt x="4729" y="11064"/>
                        <a:pt x="5420" y="11064"/>
                      </a:cubicBezTo>
                      <a:cubicBezTo>
                        <a:pt x="7343" y="11064"/>
                        <a:pt x="9179" y="9956"/>
                        <a:pt x="10019" y="8087"/>
                      </a:cubicBezTo>
                      <a:cubicBezTo>
                        <a:pt x="11162" y="5546"/>
                        <a:pt x="10019" y="2566"/>
                        <a:pt x="7487" y="1423"/>
                      </a:cubicBezTo>
                      <a:lnTo>
                        <a:pt x="430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54"/>
                <p:cNvSpPr/>
                <p:nvPr/>
              </p:nvSpPr>
              <p:spPr>
                <a:xfrm>
                  <a:off x="1465000" y="899175"/>
                  <a:ext cx="735500" cy="735500"/>
                </a:xfrm>
                <a:custGeom>
                  <a:rect b="b" l="l" r="r" t="t"/>
                  <a:pathLst>
                    <a:path extrusionOk="0" h="29420" w="29420">
                      <a:moveTo>
                        <a:pt x="14710" y="1"/>
                      </a:moveTo>
                      <a:cubicBezTo>
                        <a:pt x="6585" y="1"/>
                        <a:pt x="1" y="6584"/>
                        <a:pt x="1" y="14710"/>
                      </a:cubicBezTo>
                      <a:cubicBezTo>
                        <a:pt x="1" y="22836"/>
                        <a:pt x="6585" y="29419"/>
                        <a:pt x="14710" y="29419"/>
                      </a:cubicBezTo>
                      <a:cubicBezTo>
                        <a:pt x="22836" y="29419"/>
                        <a:pt x="29420" y="22836"/>
                        <a:pt x="29420" y="14710"/>
                      </a:cubicBezTo>
                      <a:cubicBezTo>
                        <a:pt x="29420" y="6584"/>
                        <a:pt x="22836" y="1"/>
                        <a:pt x="1471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cap="flat" cmpd="sng" w="27050">
                  <a:solidFill>
                    <a:srgbClr val="000000"/>
                  </a:solidFill>
                  <a:prstDash val="solid"/>
                  <a:miter lim="7989"/>
                  <a:headEnd len="sm" w="sm" type="none"/>
                  <a:tailEnd len="sm" w="sm" type="none"/>
                </a:ln>
              </p:spPr>
              <p:txBody>
                <a:bodyPr anchorCtr="0" anchor="ctr" bIns="64900" lIns="64900" spcFirstLastPara="1" rIns="64900" wrap="square" tIns="64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83" name="Google Shape;583;p54"/>
              <p:cNvSpPr/>
              <p:nvPr/>
            </p:nvSpPr>
            <p:spPr>
              <a:xfrm>
                <a:off x="-1481590" y="2140550"/>
                <a:ext cx="480002" cy="449647"/>
              </a:xfrm>
              <a:custGeom>
                <a:rect b="b" l="l" r="r" t="t"/>
                <a:pathLst>
                  <a:path extrusionOk="0" h="18398" w="19640">
                    <a:moveTo>
                      <a:pt x="9820" y="0"/>
                    </a:moveTo>
                    <a:cubicBezTo>
                      <a:pt x="8929" y="0"/>
                      <a:pt x="8038" y="276"/>
                      <a:pt x="7279" y="827"/>
                    </a:cubicBezTo>
                    <a:lnTo>
                      <a:pt x="2149" y="4551"/>
                    </a:lnTo>
                    <a:cubicBezTo>
                      <a:pt x="631" y="5653"/>
                      <a:pt x="0" y="7603"/>
                      <a:pt x="575" y="9384"/>
                    </a:cubicBezTo>
                    <a:lnTo>
                      <a:pt x="2541" y="15409"/>
                    </a:lnTo>
                    <a:cubicBezTo>
                      <a:pt x="3116" y="17191"/>
                      <a:pt x="4778" y="18397"/>
                      <a:pt x="6648" y="18397"/>
                    </a:cubicBezTo>
                    <a:lnTo>
                      <a:pt x="12992" y="18397"/>
                    </a:lnTo>
                    <a:cubicBezTo>
                      <a:pt x="14861" y="18397"/>
                      <a:pt x="16523" y="17199"/>
                      <a:pt x="17098" y="15409"/>
                    </a:cubicBezTo>
                    <a:lnTo>
                      <a:pt x="19056" y="9384"/>
                    </a:lnTo>
                    <a:cubicBezTo>
                      <a:pt x="19639" y="7603"/>
                      <a:pt x="19008" y="5653"/>
                      <a:pt x="17490" y="4551"/>
                    </a:cubicBezTo>
                    <a:lnTo>
                      <a:pt x="12360" y="827"/>
                    </a:lnTo>
                    <a:cubicBezTo>
                      <a:pt x="11601" y="276"/>
                      <a:pt x="10711" y="0"/>
                      <a:pt x="9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7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4900" lIns="64900" spcFirstLastPara="1" rIns="64900" wrap="square" tIns="64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5"/>
          <p:cNvSpPr txBox="1"/>
          <p:nvPr>
            <p:ph idx="1" type="subTitle"/>
          </p:nvPr>
        </p:nvSpPr>
        <p:spPr>
          <a:xfrm>
            <a:off x="572500" y="1181550"/>
            <a:ext cx="4621200" cy="27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Neste ambiente, </a:t>
            </a:r>
            <a:r>
              <a:rPr lang="en"/>
              <a:t>possuímos</a:t>
            </a:r>
            <a:r>
              <a:rPr lang="en"/>
              <a:t> cartas e espaços de posicionamento.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Cada carta pode ser posta em um dos espaços disponíveis para se tornar ativa.</a:t>
            </a:r>
            <a:endParaRPr/>
          </a:p>
        </p:txBody>
      </p:sp>
      <p:pic>
        <p:nvPicPr>
          <p:cNvPr id="589" name="Google Shape;58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500" y="1137075"/>
            <a:ext cx="3645500" cy="2544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6"/>
          <p:cNvSpPr txBox="1"/>
          <p:nvPr>
            <p:ph idx="1" type="subTitle"/>
          </p:nvPr>
        </p:nvSpPr>
        <p:spPr>
          <a:xfrm>
            <a:off x="4968450" y="857950"/>
            <a:ext cx="3827400" cy="24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É necessário ficar atento a sua vida, seu dinheiro e aos efeitos aplicados em suas cartas. </a:t>
            </a:r>
            <a:endParaRPr/>
          </a:p>
        </p:txBody>
      </p:sp>
      <p:grpSp>
        <p:nvGrpSpPr>
          <p:cNvPr id="595" name="Google Shape;595;p56"/>
          <p:cNvGrpSpPr/>
          <p:nvPr/>
        </p:nvGrpSpPr>
        <p:grpSpPr>
          <a:xfrm>
            <a:off x="764179" y="1889099"/>
            <a:ext cx="549591" cy="479727"/>
            <a:chOff x="675624" y="1646899"/>
            <a:chExt cx="690528" cy="602747"/>
          </a:xfrm>
        </p:grpSpPr>
        <p:sp>
          <p:nvSpPr>
            <p:cNvPr id="596" name="Google Shape;596;p56"/>
            <p:cNvSpPr/>
            <p:nvPr/>
          </p:nvSpPr>
          <p:spPr>
            <a:xfrm>
              <a:off x="704119" y="1969102"/>
              <a:ext cx="633538" cy="26926"/>
            </a:xfrm>
            <a:custGeom>
              <a:rect b="b" l="l" r="r" t="t"/>
              <a:pathLst>
                <a:path extrusionOk="0" h="3741" w="88022">
                  <a:moveTo>
                    <a:pt x="1851" y="0"/>
                  </a:moveTo>
                  <a:cubicBezTo>
                    <a:pt x="816" y="0"/>
                    <a:pt x="0" y="836"/>
                    <a:pt x="0" y="1871"/>
                  </a:cubicBezTo>
                  <a:cubicBezTo>
                    <a:pt x="0" y="2905"/>
                    <a:pt x="816" y="3741"/>
                    <a:pt x="1851" y="3741"/>
                  </a:cubicBezTo>
                  <a:lnTo>
                    <a:pt x="86171" y="3741"/>
                  </a:lnTo>
                  <a:cubicBezTo>
                    <a:pt x="87206" y="3741"/>
                    <a:pt x="88022" y="2905"/>
                    <a:pt x="88022" y="1871"/>
                  </a:cubicBezTo>
                  <a:cubicBezTo>
                    <a:pt x="88022" y="836"/>
                    <a:pt x="87206" y="0"/>
                    <a:pt x="861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56"/>
            <p:cNvSpPr/>
            <p:nvPr/>
          </p:nvSpPr>
          <p:spPr>
            <a:xfrm>
              <a:off x="738343" y="2022803"/>
              <a:ext cx="565090" cy="80634"/>
            </a:xfrm>
            <a:custGeom>
              <a:rect b="b" l="l" r="r" t="t"/>
              <a:pathLst>
                <a:path extrusionOk="0" h="11203" w="78512">
                  <a:moveTo>
                    <a:pt x="16863" y="3729"/>
                  </a:moveTo>
                  <a:cubicBezTo>
                    <a:pt x="17822" y="3729"/>
                    <a:pt x="18743" y="4474"/>
                    <a:pt x="18743" y="5591"/>
                  </a:cubicBezTo>
                  <a:cubicBezTo>
                    <a:pt x="18743" y="6626"/>
                    <a:pt x="17907" y="7462"/>
                    <a:pt x="16873" y="7462"/>
                  </a:cubicBezTo>
                  <a:cubicBezTo>
                    <a:pt x="15201" y="7462"/>
                    <a:pt x="14386" y="5452"/>
                    <a:pt x="15560" y="4278"/>
                  </a:cubicBezTo>
                  <a:cubicBezTo>
                    <a:pt x="15939" y="3899"/>
                    <a:pt x="16405" y="3729"/>
                    <a:pt x="16863" y="3729"/>
                  </a:cubicBezTo>
                  <a:close/>
                  <a:moveTo>
                    <a:pt x="28045" y="3729"/>
                  </a:moveTo>
                  <a:cubicBezTo>
                    <a:pt x="29004" y="3729"/>
                    <a:pt x="29925" y="4474"/>
                    <a:pt x="29925" y="5591"/>
                  </a:cubicBezTo>
                  <a:cubicBezTo>
                    <a:pt x="29925" y="6626"/>
                    <a:pt x="29089" y="7462"/>
                    <a:pt x="28074" y="7462"/>
                  </a:cubicBezTo>
                  <a:cubicBezTo>
                    <a:pt x="26403" y="7462"/>
                    <a:pt x="25567" y="5452"/>
                    <a:pt x="26741" y="4278"/>
                  </a:cubicBezTo>
                  <a:cubicBezTo>
                    <a:pt x="27121" y="3899"/>
                    <a:pt x="27587" y="3729"/>
                    <a:pt x="28045" y="3729"/>
                  </a:cubicBezTo>
                  <a:close/>
                  <a:moveTo>
                    <a:pt x="39246" y="3729"/>
                  </a:moveTo>
                  <a:cubicBezTo>
                    <a:pt x="40205" y="3729"/>
                    <a:pt x="41126" y="4474"/>
                    <a:pt x="41126" y="5591"/>
                  </a:cubicBezTo>
                  <a:cubicBezTo>
                    <a:pt x="41126" y="6626"/>
                    <a:pt x="40291" y="7462"/>
                    <a:pt x="39256" y="7462"/>
                  </a:cubicBezTo>
                  <a:cubicBezTo>
                    <a:pt x="37585" y="7462"/>
                    <a:pt x="36769" y="5452"/>
                    <a:pt x="37943" y="4278"/>
                  </a:cubicBezTo>
                  <a:cubicBezTo>
                    <a:pt x="38322" y="3899"/>
                    <a:pt x="38789" y="3729"/>
                    <a:pt x="39246" y="3729"/>
                  </a:cubicBezTo>
                  <a:close/>
                  <a:moveTo>
                    <a:pt x="50428" y="3729"/>
                  </a:moveTo>
                  <a:cubicBezTo>
                    <a:pt x="51387" y="3729"/>
                    <a:pt x="52308" y="4474"/>
                    <a:pt x="52308" y="5591"/>
                  </a:cubicBezTo>
                  <a:cubicBezTo>
                    <a:pt x="52308" y="6626"/>
                    <a:pt x="51472" y="7462"/>
                    <a:pt x="50458" y="7462"/>
                  </a:cubicBezTo>
                  <a:cubicBezTo>
                    <a:pt x="48786" y="7462"/>
                    <a:pt x="47951" y="5452"/>
                    <a:pt x="49125" y="4278"/>
                  </a:cubicBezTo>
                  <a:cubicBezTo>
                    <a:pt x="49504" y="3899"/>
                    <a:pt x="49970" y="3729"/>
                    <a:pt x="50428" y="3729"/>
                  </a:cubicBezTo>
                  <a:close/>
                  <a:moveTo>
                    <a:pt x="61630" y="3729"/>
                  </a:moveTo>
                  <a:cubicBezTo>
                    <a:pt x="62589" y="3729"/>
                    <a:pt x="63510" y="4474"/>
                    <a:pt x="63510" y="5591"/>
                  </a:cubicBezTo>
                  <a:cubicBezTo>
                    <a:pt x="63510" y="6626"/>
                    <a:pt x="62674" y="7462"/>
                    <a:pt x="61639" y="7462"/>
                  </a:cubicBezTo>
                  <a:cubicBezTo>
                    <a:pt x="59968" y="7462"/>
                    <a:pt x="59152" y="5452"/>
                    <a:pt x="60326" y="4278"/>
                  </a:cubicBezTo>
                  <a:cubicBezTo>
                    <a:pt x="60705" y="3899"/>
                    <a:pt x="61172" y="3729"/>
                    <a:pt x="61630" y="3729"/>
                  </a:cubicBezTo>
                  <a:close/>
                  <a:moveTo>
                    <a:pt x="1" y="1"/>
                  </a:moveTo>
                  <a:cubicBezTo>
                    <a:pt x="1732" y="6427"/>
                    <a:pt x="7939" y="11202"/>
                    <a:pt x="15002" y="11202"/>
                  </a:cubicBezTo>
                  <a:lnTo>
                    <a:pt x="63510" y="11202"/>
                  </a:lnTo>
                  <a:cubicBezTo>
                    <a:pt x="70573" y="11202"/>
                    <a:pt x="76780" y="6427"/>
                    <a:pt x="785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56"/>
            <p:cNvSpPr/>
            <p:nvPr/>
          </p:nvSpPr>
          <p:spPr>
            <a:xfrm>
              <a:off x="749657" y="1888620"/>
              <a:ext cx="542605" cy="53708"/>
            </a:xfrm>
            <a:custGeom>
              <a:rect b="b" l="l" r="r" t="t"/>
              <a:pathLst>
                <a:path extrusionOk="0" h="7462" w="75388">
                  <a:moveTo>
                    <a:pt x="13430" y="1"/>
                  </a:moveTo>
                  <a:cubicBezTo>
                    <a:pt x="7959" y="1"/>
                    <a:pt x="2706" y="3005"/>
                    <a:pt x="1" y="7462"/>
                  </a:cubicBezTo>
                  <a:lnTo>
                    <a:pt x="75387" y="7462"/>
                  </a:lnTo>
                  <a:cubicBezTo>
                    <a:pt x="72662" y="3005"/>
                    <a:pt x="67409" y="1"/>
                    <a:pt x="619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56"/>
            <p:cNvSpPr/>
            <p:nvPr/>
          </p:nvSpPr>
          <p:spPr>
            <a:xfrm>
              <a:off x="846319" y="1673818"/>
              <a:ext cx="349136" cy="187891"/>
            </a:xfrm>
            <a:custGeom>
              <a:rect b="b" l="l" r="r" t="t"/>
              <a:pathLst>
                <a:path extrusionOk="0" h="26105" w="48508">
                  <a:moveTo>
                    <a:pt x="27995" y="3721"/>
                  </a:moveTo>
                  <a:cubicBezTo>
                    <a:pt x="29646" y="3721"/>
                    <a:pt x="30482" y="5731"/>
                    <a:pt x="29308" y="6904"/>
                  </a:cubicBezTo>
                  <a:cubicBezTo>
                    <a:pt x="28928" y="7284"/>
                    <a:pt x="28462" y="7453"/>
                    <a:pt x="28004" y="7453"/>
                  </a:cubicBezTo>
                  <a:cubicBezTo>
                    <a:pt x="27045" y="7453"/>
                    <a:pt x="26124" y="6709"/>
                    <a:pt x="26124" y="5591"/>
                  </a:cubicBezTo>
                  <a:cubicBezTo>
                    <a:pt x="26124" y="4557"/>
                    <a:pt x="26960" y="3721"/>
                    <a:pt x="27995" y="3721"/>
                  </a:cubicBezTo>
                  <a:close/>
                  <a:moveTo>
                    <a:pt x="34247" y="6631"/>
                  </a:moveTo>
                  <a:cubicBezTo>
                    <a:pt x="34588" y="6631"/>
                    <a:pt x="34931" y="6725"/>
                    <a:pt x="35237" y="6924"/>
                  </a:cubicBezTo>
                  <a:cubicBezTo>
                    <a:pt x="39932" y="9909"/>
                    <a:pt x="43235" y="14684"/>
                    <a:pt x="44349" y="20135"/>
                  </a:cubicBezTo>
                  <a:cubicBezTo>
                    <a:pt x="44568" y="21150"/>
                    <a:pt x="43912" y="22125"/>
                    <a:pt x="42897" y="22344"/>
                  </a:cubicBezTo>
                  <a:cubicBezTo>
                    <a:pt x="42777" y="22364"/>
                    <a:pt x="42658" y="22364"/>
                    <a:pt x="42519" y="22384"/>
                  </a:cubicBezTo>
                  <a:cubicBezTo>
                    <a:pt x="41643" y="22364"/>
                    <a:pt x="40887" y="21747"/>
                    <a:pt x="40708" y="20891"/>
                  </a:cubicBezTo>
                  <a:cubicBezTo>
                    <a:pt x="39773" y="16415"/>
                    <a:pt x="37087" y="12515"/>
                    <a:pt x="33247" y="10068"/>
                  </a:cubicBezTo>
                  <a:cubicBezTo>
                    <a:pt x="32372" y="9511"/>
                    <a:pt x="32113" y="8357"/>
                    <a:pt x="32670" y="7501"/>
                  </a:cubicBezTo>
                  <a:cubicBezTo>
                    <a:pt x="33028" y="6938"/>
                    <a:pt x="33633" y="6631"/>
                    <a:pt x="34247" y="6631"/>
                  </a:cubicBezTo>
                  <a:close/>
                  <a:moveTo>
                    <a:pt x="24254" y="0"/>
                  </a:moveTo>
                  <a:cubicBezTo>
                    <a:pt x="10864" y="0"/>
                    <a:pt x="0" y="10844"/>
                    <a:pt x="0" y="24234"/>
                  </a:cubicBezTo>
                  <a:lnTo>
                    <a:pt x="0" y="26104"/>
                  </a:lnTo>
                  <a:lnTo>
                    <a:pt x="48508" y="26104"/>
                  </a:lnTo>
                  <a:lnTo>
                    <a:pt x="48508" y="24234"/>
                  </a:lnTo>
                  <a:cubicBezTo>
                    <a:pt x="48508" y="10844"/>
                    <a:pt x="37644" y="0"/>
                    <a:pt x="242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6"/>
            <p:cNvSpPr/>
            <p:nvPr/>
          </p:nvSpPr>
          <p:spPr>
            <a:xfrm>
              <a:off x="854049" y="2130204"/>
              <a:ext cx="333820" cy="30942"/>
            </a:xfrm>
            <a:custGeom>
              <a:rect b="b" l="l" r="r" t="t"/>
              <a:pathLst>
                <a:path extrusionOk="0" h="4299" w="46380">
                  <a:moveTo>
                    <a:pt x="1991" y="1"/>
                  </a:moveTo>
                  <a:lnTo>
                    <a:pt x="1" y="4298"/>
                  </a:lnTo>
                  <a:lnTo>
                    <a:pt x="46379" y="4298"/>
                  </a:lnTo>
                  <a:lnTo>
                    <a:pt x="44370" y="1"/>
                  </a:lnTo>
                  <a:close/>
                </a:path>
              </a:pathLst>
            </a:custGeom>
            <a:solidFill>
              <a:srgbClr val="57555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56"/>
            <p:cNvSpPr/>
            <p:nvPr/>
          </p:nvSpPr>
          <p:spPr>
            <a:xfrm>
              <a:off x="1168528" y="2049729"/>
              <a:ext cx="26926" cy="26782"/>
            </a:xfrm>
            <a:custGeom>
              <a:rect b="b" l="l" r="r" t="t"/>
              <a:pathLst>
                <a:path extrusionOk="0" h="3721" w="3741">
                  <a:moveTo>
                    <a:pt x="1870" y="0"/>
                  </a:moveTo>
                  <a:cubicBezTo>
                    <a:pt x="836" y="0"/>
                    <a:pt x="0" y="816"/>
                    <a:pt x="0" y="1850"/>
                  </a:cubicBezTo>
                  <a:cubicBezTo>
                    <a:pt x="0" y="2885"/>
                    <a:pt x="836" y="3721"/>
                    <a:pt x="1870" y="3721"/>
                  </a:cubicBezTo>
                  <a:cubicBezTo>
                    <a:pt x="2905" y="3721"/>
                    <a:pt x="3741" y="2885"/>
                    <a:pt x="3741" y="1850"/>
                  </a:cubicBezTo>
                  <a:cubicBezTo>
                    <a:pt x="3741" y="816"/>
                    <a:pt x="2905" y="0"/>
                    <a:pt x="1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56"/>
            <p:cNvSpPr/>
            <p:nvPr/>
          </p:nvSpPr>
          <p:spPr>
            <a:xfrm>
              <a:off x="1088046" y="2049729"/>
              <a:ext cx="26782" cy="26782"/>
            </a:xfrm>
            <a:custGeom>
              <a:rect b="b" l="l" r="r" t="t"/>
              <a:pathLst>
                <a:path extrusionOk="0" h="3721" w="3721">
                  <a:moveTo>
                    <a:pt x="1871" y="0"/>
                  </a:moveTo>
                  <a:cubicBezTo>
                    <a:pt x="836" y="0"/>
                    <a:pt x="0" y="816"/>
                    <a:pt x="0" y="1850"/>
                  </a:cubicBezTo>
                  <a:cubicBezTo>
                    <a:pt x="0" y="2885"/>
                    <a:pt x="836" y="3721"/>
                    <a:pt x="1871" y="3721"/>
                  </a:cubicBezTo>
                  <a:cubicBezTo>
                    <a:pt x="2885" y="3721"/>
                    <a:pt x="3721" y="2885"/>
                    <a:pt x="3721" y="1850"/>
                  </a:cubicBezTo>
                  <a:cubicBezTo>
                    <a:pt x="3721" y="816"/>
                    <a:pt x="2885" y="0"/>
                    <a:pt x="18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6"/>
            <p:cNvSpPr/>
            <p:nvPr/>
          </p:nvSpPr>
          <p:spPr>
            <a:xfrm>
              <a:off x="1007420" y="2049729"/>
              <a:ext cx="26933" cy="26782"/>
            </a:xfrm>
            <a:custGeom>
              <a:rect b="b" l="l" r="r" t="t"/>
              <a:pathLst>
                <a:path extrusionOk="0" h="3721" w="3742">
                  <a:moveTo>
                    <a:pt x="1871" y="0"/>
                  </a:moveTo>
                  <a:cubicBezTo>
                    <a:pt x="836" y="0"/>
                    <a:pt x="1" y="816"/>
                    <a:pt x="1" y="1850"/>
                  </a:cubicBezTo>
                  <a:cubicBezTo>
                    <a:pt x="1" y="2885"/>
                    <a:pt x="836" y="3721"/>
                    <a:pt x="1871" y="3721"/>
                  </a:cubicBezTo>
                  <a:cubicBezTo>
                    <a:pt x="2906" y="3721"/>
                    <a:pt x="3741" y="2885"/>
                    <a:pt x="3741" y="1850"/>
                  </a:cubicBezTo>
                  <a:cubicBezTo>
                    <a:pt x="3741" y="816"/>
                    <a:pt x="2906" y="0"/>
                    <a:pt x="18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6"/>
            <p:cNvSpPr/>
            <p:nvPr/>
          </p:nvSpPr>
          <p:spPr>
            <a:xfrm>
              <a:off x="926945" y="2049729"/>
              <a:ext cx="26782" cy="26782"/>
            </a:xfrm>
            <a:custGeom>
              <a:rect b="b" l="l" r="r" t="t"/>
              <a:pathLst>
                <a:path extrusionOk="0" h="3721" w="3721">
                  <a:moveTo>
                    <a:pt x="1870" y="0"/>
                  </a:moveTo>
                  <a:cubicBezTo>
                    <a:pt x="836" y="0"/>
                    <a:pt x="0" y="816"/>
                    <a:pt x="0" y="1850"/>
                  </a:cubicBezTo>
                  <a:cubicBezTo>
                    <a:pt x="0" y="2885"/>
                    <a:pt x="836" y="3721"/>
                    <a:pt x="1870" y="3721"/>
                  </a:cubicBezTo>
                  <a:cubicBezTo>
                    <a:pt x="2885" y="3721"/>
                    <a:pt x="3721" y="2885"/>
                    <a:pt x="3721" y="1850"/>
                  </a:cubicBezTo>
                  <a:cubicBezTo>
                    <a:pt x="3721" y="816"/>
                    <a:pt x="2885" y="0"/>
                    <a:pt x="18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6"/>
            <p:cNvSpPr/>
            <p:nvPr/>
          </p:nvSpPr>
          <p:spPr>
            <a:xfrm>
              <a:off x="846319" y="2049729"/>
              <a:ext cx="26926" cy="26782"/>
            </a:xfrm>
            <a:custGeom>
              <a:rect b="b" l="l" r="r" t="t"/>
              <a:pathLst>
                <a:path extrusionOk="0" h="3721" w="3741">
                  <a:moveTo>
                    <a:pt x="1871" y="0"/>
                  </a:moveTo>
                  <a:cubicBezTo>
                    <a:pt x="836" y="0"/>
                    <a:pt x="0" y="816"/>
                    <a:pt x="0" y="1850"/>
                  </a:cubicBezTo>
                  <a:cubicBezTo>
                    <a:pt x="0" y="2885"/>
                    <a:pt x="836" y="3721"/>
                    <a:pt x="1871" y="3721"/>
                  </a:cubicBezTo>
                  <a:cubicBezTo>
                    <a:pt x="2905" y="3721"/>
                    <a:pt x="3741" y="2885"/>
                    <a:pt x="3741" y="1850"/>
                  </a:cubicBezTo>
                  <a:cubicBezTo>
                    <a:pt x="3741" y="816"/>
                    <a:pt x="2905" y="0"/>
                    <a:pt x="18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6"/>
            <p:cNvSpPr/>
            <p:nvPr/>
          </p:nvSpPr>
          <p:spPr>
            <a:xfrm>
              <a:off x="675624" y="1646899"/>
              <a:ext cx="690528" cy="602747"/>
            </a:xfrm>
            <a:custGeom>
              <a:rect b="b" l="l" r="r" t="t"/>
              <a:pathLst>
                <a:path extrusionOk="0" h="83744" w="95940">
                  <a:moveTo>
                    <a:pt x="48007" y="3740"/>
                  </a:moveTo>
                  <a:cubicBezTo>
                    <a:pt x="61380" y="3740"/>
                    <a:pt x="72224" y="14596"/>
                    <a:pt x="72224" y="27974"/>
                  </a:cubicBezTo>
                  <a:lnTo>
                    <a:pt x="72224" y="29844"/>
                  </a:lnTo>
                  <a:lnTo>
                    <a:pt x="23716" y="29844"/>
                  </a:lnTo>
                  <a:lnTo>
                    <a:pt x="23716" y="27974"/>
                  </a:lnTo>
                  <a:cubicBezTo>
                    <a:pt x="23736" y="14584"/>
                    <a:pt x="34580" y="3740"/>
                    <a:pt x="47970" y="3740"/>
                  </a:cubicBezTo>
                  <a:cubicBezTo>
                    <a:pt x="47982" y="3740"/>
                    <a:pt x="47994" y="3740"/>
                    <a:pt x="48007" y="3740"/>
                  </a:cubicBezTo>
                  <a:close/>
                  <a:moveTo>
                    <a:pt x="72224" y="33585"/>
                  </a:moveTo>
                  <a:cubicBezTo>
                    <a:pt x="77695" y="33585"/>
                    <a:pt x="82948" y="36589"/>
                    <a:pt x="85673" y="41046"/>
                  </a:cubicBezTo>
                  <a:lnTo>
                    <a:pt x="10287" y="41046"/>
                  </a:lnTo>
                  <a:cubicBezTo>
                    <a:pt x="12992" y="36589"/>
                    <a:pt x="18245" y="33585"/>
                    <a:pt x="23716" y="33585"/>
                  </a:cubicBezTo>
                  <a:close/>
                  <a:moveTo>
                    <a:pt x="90130" y="44766"/>
                  </a:moveTo>
                  <a:cubicBezTo>
                    <a:pt x="91782" y="44766"/>
                    <a:pt x="92617" y="46776"/>
                    <a:pt x="91443" y="47950"/>
                  </a:cubicBezTo>
                  <a:cubicBezTo>
                    <a:pt x="91085" y="48308"/>
                    <a:pt x="90628" y="48507"/>
                    <a:pt x="90130" y="48507"/>
                  </a:cubicBezTo>
                  <a:lnTo>
                    <a:pt x="5810" y="48507"/>
                  </a:lnTo>
                  <a:cubicBezTo>
                    <a:pt x="4775" y="48507"/>
                    <a:pt x="3959" y="47671"/>
                    <a:pt x="3959" y="46637"/>
                  </a:cubicBezTo>
                  <a:cubicBezTo>
                    <a:pt x="3959" y="45602"/>
                    <a:pt x="4775" y="44766"/>
                    <a:pt x="5810" y="44766"/>
                  </a:cubicBezTo>
                  <a:close/>
                  <a:moveTo>
                    <a:pt x="87225" y="52228"/>
                  </a:moveTo>
                  <a:cubicBezTo>
                    <a:pt x="85494" y="58654"/>
                    <a:pt x="79287" y="63429"/>
                    <a:pt x="72224" y="63429"/>
                  </a:cubicBezTo>
                  <a:lnTo>
                    <a:pt x="23716" y="63429"/>
                  </a:lnTo>
                  <a:cubicBezTo>
                    <a:pt x="16653" y="63429"/>
                    <a:pt x="10446" y="58654"/>
                    <a:pt x="8715" y="52228"/>
                  </a:cubicBezTo>
                  <a:close/>
                  <a:moveTo>
                    <a:pt x="69160" y="67150"/>
                  </a:moveTo>
                  <a:lnTo>
                    <a:pt x="71149" y="71447"/>
                  </a:lnTo>
                  <a:lnTo>
                    <a:pt x="24791" y="71447"/>
                  </a:lnTo>
                  <a:lnTo>
                    <a:pt x="26781" y="67150"/>
                  </a:lnTo>
                  <a:close/>
                  <a:moveTo>
                    <a:pt x="47970" y="0"/>
                  </a:moveTo>
                  <a:cubicBezTo>
                    <a:pt x="32511" y="0"/>
                    <a:pt x="19996" y="12515"/>
                    <a:pt x="19996" y="27974"/>
                  </a:cubicBezTo>
                  <a:lnTo>
                    <a:pt x="19996" y="30202"/>
                  </a:lnTo>
                  <a:cubicBezTo>
                    <a:pt x="13868" y="31416"/>
                    <a:pt x="8536" y="35495"/>
                    <a:pt x="6068" y="41046"/>
                  </a:cubicBezTo>
                  <a:lnTo>
                    <a:pt x="5810" y="41046"/>
                  </a:lnTo>
                  <a:cubicBezTo>
                    <a:pt x="5797" y="41046"/>
                    <a:pt x="5784" y="41046"/>
                    <a:pt x="5771" y="41046"/>
                  </a:cubicBezTo>
                  <a:cubicBezTo>
                    <a:pt x="2884" y="41046"/>
                    <a:pt x="477" y="43267"/>
                    <a:pt x="239" y="46159"/>
                  </a:cubicBezTo>
                  <a:cubicBezTo>
                    <a:pt x="0" y="49064"/>
                    <a:pt x="2010" y="51651"/>
                    <a:pt x="4875" y="52148"/>
                  </a:cubicBezTo>
                  <a:cubicBezTo>
                    <a:pt x="6546" y="60365"/>
                    <a:pt x="13987" y="66652"/>
                    <a:pt x="22682" y="67130"/>
                  </a:cubicBezTo>
                  <a:lnTo>
                    <a:pt x="20175" y="72522"/>
                  </a:lnTo>
                  <a:cubicBezTo>
                    <a:pt x="19598" y="73755"/>
                    <a:pt x="20493" y="75168"/>
                    <a:pt x="21866" y="75168"/>
                  </a:cubicBezTo>
                  <a:lnTo>
                    <a:pt x="31178" y="75168"/>
                  </a:lnTo>
                  <a:lnTo>
                    <a:pt x="31178" y="81893"/>
                  </a:lnTo>
                  <a:cubicBezTo>
                    <a:pt x="31178" y="82907"/>
                    <a:pt x="32013" y="83743"/>
                    <a:pt x="33048" y="83743"/>
                  </a:cubicBezTo>
                  <a:cubicBezTo>
                    <a:pt x="34082" y="83743"/>
                    <a:pt x="34918" y="82907"/>
                    <a:pt x="34918" y="81893"/>
                  </a:cubicBezTo>
                  <a:lnTo>
                    <a:pt x="34918" y="75168"/>
                  </a:lnTo>
                  <a:lnTo>
                    <a:pt x="46100" y="75168"/>
                  </a:lnTo>
                  <a:lnTo>
                    <a:pt x="46100" y="78152"/>
                  </a:lnTo>
                  <a:cubicBezTo>
                    <a:pt x="46100" y="79187"/>
                    <a:pt x="46935" y="80023"/>
                    <a:pt x="47970" y="80023"/>
                  </a:cubicBezTo>
                  <a:cubicBezTo>
                    <a:pt x="49005" y="80023"/>
                    <a:pt x="49840" y="79187"/>
                    <a:pt x="49840" y="78152"/>
                  </a:cubicBezTo>
                  <a:lnTo>
                    <a:pt x="49840" y="75168"/>
                  </a:lnTo>
                  <a:lnTo>
                    <a:pt x="61022" y="75168"/>
                  </a:lnTo>
                  <a:lnTo>
                    <a:pt x="61022" y="81893"/>
                  </a:lnTo>
                  <a:cubicBezTo>
                    <a:pt x="61022" y="82907"/>
                    <a:pt x="61858" y="83743"/>
                    <a:pt x="62892" y="83743"/>
                  </a:cubicBezTo>
                  <a:cubicBezTo>
                    <a:pt x="63927" y="83743"/>
                    <a:pt x="64762" y="82907"/>
                    <a:pt x="64762" y="81893"/>
                  </a:cubicBezTo>
                  <a:lnTo>
                    <a:pt x="64762" y="75168"/>
                  </a:lnTo>
                  <a:lnTo>
                    <a:pt x="74094" y="75168"/>
                  </a:lnTo>
                  <a:cubicBezTo>
                    <a:pt x="75447" y="75168"/>
                    <a:pt x="76342" y="73755"/>
                    <a:pt x="75785" y="72522"/>
                  </a:cubicBezTo>
                  <a:lnTo>
                    <a:pt x="73258" y="67130"/>
                  </a:lnTo>
                  <a:cubicBezTo>
                    <a:pt x="81953" y="66652"/>
                    <a:pt x="89394" y="60345"/>
                    <a:pt x="91065" y="52148"/>
                  </a:cubicBezTo>
                  <a:cubicBezTo>
                    <a:pt x="93930" y="51651"/>
                    <a:pt x="95940" y="49064"/>
                    <a:pt x="95701" y="46159"/>
                  </a:cubicBezTo>
                  <a:cubicBezTo>
                    <a:pt x="95463" y="43267"/>
                    <a:pt x="93057" y="41046"/>
                    <a:pt x="90169" y="41046"/>
                  </a:cubicBezTo>
                  <a:cubicBezTo>
                    <a:pt x="90156" y="41046"/>
                    <a:pt x="90143" y="41046"/>
                    <a:pt x="90130" y="41046"/>
                  </a:cubicBezTo>
                  <a:lnTo>
                    <a:pt x="89872" y="41046"/>
                  </a:lnTo>
                  <a:cubicBezTo>
                    <a:pt x="87404" y="35495"/>
                    <a:pt x="82092" y="31416"/>
                    <a:pt x="75944" y="30202"/>
                  </a:cubicBezTo>
                  <a:lnTo>
                    <a:pt x="75944" y="27974"/>
                  </a:lnTo>
                  <a:cubicBezTo>
                    <a:pt x="75944" y="12515"/>
                    <a:pt x="63429" y="0"/>
                    <a:pt x="479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6"/>
            <p:cNvSpPr/>
            <p:nvPr/>
          </p:nvSpPr>
          <p:spPr>
            <a:xfrm>
              <a:off x="1077876" y="1721739"/>
              <a:ext cx="89227" cy="113188"/>
            </a:xfrm>
            <a:custGeom>
              <a:rect b="b" l="l" r="r" t="t"/>
              <a:pathLst>
                <a:path extrusionOk="0" h="15726" w="12397">
                  <a:moveTo>
                    <a:pt x="2109" y="1"/>
                  </a:moveTo>
                  <a:cubicBezTo>
                    <a:pt x="1494" y="1"/>
                    <a:pt x="889" y="305"/>
                    <a:pt x="538" y="863"/>
                  </a:cubicBezTo>
                  <a:cubicBezTo>
                    <a:pt x="1" y="1719"/>
                    <a:pt x="239" y="2833"/>
                    <a:pt x="1075" y="3410"/>
                  </a:cubicBezTo>
                  <a:cubicBezTo>
                    <a:pt x="4915" y="5857"/>
                    <a:pt x="7601" y="9757"/>
                    <a:pt x="8536" y="14233"/>
                  </a:cubicBezTo>
                  <a:cubicBezTo>
                    <a:pt x="8715" y="15089"/>
                    <a:pt x="9471" y="15706"/>
                    <a:pt x="10347" y="15726"/>
                  </a:cubicBezTo>
                  <a:cubicBezTo>
                    <a:pt x="10486" y="15706"/>
                    <a:pt x="10605" y="15706"/>
                    <a:pt x="10725" y="15686"/>
                  </a:cubicBezTo>
                  <a:cubicBezTo>
                    <a:pt x="11740" y="15467"/>
                    <a:pt x="12396" y="14492"/>
                    <a:pt x="12177" y="13477"/>
                  </a:cubicBezTo>
                  <a:cubicBezTo>
                    <a:pt x="11063" y="8026"/>
                    <a:pt x="7760" y="3251"/>
                    <a:pt x="3065" y="266"/>
                  </a:cubicBezTo>
                  <a:cubicBezTo>
                    <a:pt x="2768" y="87"/>
                    <a:pt x="2437" y="1"/>
                    <a:pt x="210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8" name="Google Shape;608;p56"/>
          <p:cNvGrpSpPr/>
          <p:nvPr/>
        </p:nvGrpSpPr>
        <p:grpSpPr>
          <a:xfrm>
            <a:off x="1237524" y="1759188"/>
            <a:ext cx="1279131" cy="1622382"/>
            <a:chOff x="1237524" y="1759188"/>
            <a:chExt cx="1279131" cy="1622382"/>
          </a:xfrm>
        </p:grpSpPr>
        <p:grpSp>
          <p:nvGrpSpPr>
            <p:cNvPr id="609" name="Google Shape;609;p56"/>
            <p:cNvGrpSpPr/>
            <p:nvPr/>
          </p:nvGrpSpPr>
          <p:grpSpPr>
            <a:xfrm>
              <a:off x="1237524" y="2576851"/>
              <a:ext cx="1222109" cy="804718"/>
              <a:chOff x="1181451" y="2577962"/>
              <a:chExt cx="1496949" cy="985691"/>
            </a:xfrm>
          </p:grpSpPr>
          <p:sp>
            <p:nvSpPr>
              <p:cNvPr id="610" name="Google Shape;610;p56"/>
              <p:cNvSpPr/>
              <p:nvPr/>
            </p:nvSpPr>
            <p:spPr>
              <a:xfrm>
                <a:off x="1270570" y="2682336"/>
                <a:ext cx="1321818" cy="779631"/>
              </a:xfrm>
              <a:custGeom>
                <a:rect b="b" l="l" r="r" t="t"/>
                <a:pathLst>
                  <a:path extrusionOk="0" h="5520" w="9359">
                    <a:moveTo>
                      <a:pt x="9331" y="0"/>
                    </a:moveTo>
                    <a:cubicBezTo>
                      <a:pt x="8418" y="1151"/>
                      <a:pt x="7030" y="1819"/>
                      <a:pt x="5564" y="1819"/>
                    </a:cubicBezTo>
                    <a:cubicBezTo>
                      <a:pt x="4152" y="1819"/>
                      <a:pt x="2811" y="1200"/>
                      <a:pt x="1898" y="123"/>
                    </a:cubicBezTo>
                    <a:cubicBezTo>
                      <a:pt x="1898" y="140"/>
                      <a:pt x="1895" y="157"/>
                      <a:pt x="1895" y="174"/>
                    </a:cubicBezTo>
                    <a:cubicBezTo>
                      <a:pt x="1893" y="191"/>
                      <a:pt x="1893" y="201"/>
                      <a:pt x="1893" y="213"/>
                    </a:cubicBezTo>
                    <a:cubicBezTo>
                      <a:pt x="1893" y="235"/>
                      <a:pt x="1890" y="257"/>
                      <a:pt x="1890" y="279"/>
                    </a:cubicBezTo>
                    <a:lnTo>
                      <a:pt x="1890" y="311"/>
                    </a:lnTo>
                    <a:lnTo>
                      <a:pt x="1890" y="407"/>
                    </a:lnTo>
                    <a:lnTo>
                      <a:pt x="1890" y="1515"/>
                    </a:lnTo>
                    <a:cubicBezTo>
                      <a:pt x="1890" y="2066"/>
                      <a:pt x="2010" y="2720"/>
                      <a:pt x="2186" y="3136"/>
                    </a:cubicBezTo>
                    <a:lnTo>
                      <a:pt x="2370" y="3562"/>
                    </a:lnTo>
                    <a:lnTo>
                      <a:pt x="1034" y="3562"/>
                    </a:lnTo>
                    <a:cubicBezTo>
                      <a:pt x="495" y="3562"/>
                      <a:pt x="52" y="3973"/>
                      <a:pt x="25" y="4497"/>
                    </a:cubicBezTo>
                    <a:cubicBezTo>
                      <a:pt x="1" y="4986"/>
                      <a:pt x="336" y="5420"/>
                      <a:pt x="813" y="5520"/>
                    </a:cubicBezTo>
                    <a:cubicBezTo>
                      <a:pt x="1219" y="4363"/>
                      <a:pt x="2308" y="3615"/>
                      <a:pt x="3497" y="3615"/>
                    </a:cubicBezTo>
                    <a:cubicBezTo>
                      <a:pt x="3664" y="3615"/>
                      <a:pt x="3833" y="3629"/>
                      <a:pt x="4003" y="3660"/>
                    </a:cubicBezTo>
                    <a:cubicBezTo>
                      <a:pt x="4142" y="3685"/>
                      <a:pt x="4283" y="3698"/>
                      <a:pt x="4423" y="3698"/>
                    </a:cubicBezTo>
                    <a:cubicBezTo>
                      <a:pt x="4771" y="3698"/>
                      <a:pt x="5115" y="3618"/>
                      <a:pt x="5422" y="3449"/>
                    </a:cubicBezTo>
                    <a:cubicBezTo>
                      <a:pt x="5589" y="3356"/>
                      <a:pt x="5770" y="3293"/>
                      <a:pt x="5958" y="3266"/>
                    </a:cubicBezTo>
                    <a:cubicBezTo>
                      <a:pt x="6010" y="3256"/>
                      <a:pt x="6061" y="3251"/>
                      <a:pt x="6110" y="3248"/>
                    </a:cubicBezTo>
                    <a:cubicBezTo>
                      <a:pt x="6644" y="3217"/>
                      <a:pt x="7153" y="3021"/>
                      <a:pt x="7591" y="2712"/>
                    </a:cubicBezTo>
                    <a:cubicBezTo>
                      <a:pt x="8071" y="2372"/>
                      <a:pt x="8646" y="2193"/>
                      <a:pt x="9234" y="2193"/>
                    </a:cubicBezTo>
                    <a:cubicBezTo>
                      <a:pt x="9275" y="2193"/>
                      <a:pt x="9317" y="2194"/>
                      <a:pt x="9358" y="2196"/>
                    </a:cubicBezTo>
                    <a:lnTo>
                      <a:pt x="9358" y="448"/>
                    </a:lnTo>
                    <a:cubicBezTo>
                      <a:pt x="9358" y="299"/>
                      <a:pt x="9348" y="147"/>
                      <a:pt x="93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56"/>
              <p:cNvSpPr/>
              <p:nvPr/>
            </p:nvSpPr>
            <p:spPr>
              <a:xfrm>
                <a:off x="1181451" y="2598300"/>
                <a:ext cx="423564" cy="947704"/>
              </a:xfrm>
              <a:custGeom>
                <a:rect b="b" l="l" r="r" t="t"/>
                <a:pathLst>
                  <a:path extrusionOk="0" h="6710" w="2999">
                    <a:moveTo>
                      <a:pt x="2022" y="1"/>
                    </a:moveTo>
                    <a:cubicBezTo>
                      <a:pt x="1944" y="326"/>
                      <a:pt x="1904" y="664"/>
                      <a:pt x="1904" y="999"/>
                    </a:cubicBezTo>
                    <a:lnTo>
                      <a:pt x="1904" y="2108"/>
                    </a:lnTo>
                    <a:cubicBezTo>
                      <a:pt x="1907" y="2593"/>
                      <a:pt x="1973" y="3075"/>
                      <a:pt x="2103" y="3545"/>
                    </a:cubicBezTo>
                    <a:lnTo>
                      <a:pt x="1660" y="3545"/>
                    </a:lnTo>
                    <a:cubicBezTo>
                      <a:pt x="796" y="3545"/>
                      <a:pt x="86" y="4211"/>
                      <a:pt x="42" y="5060"/>
                    </a:cubicBezTo>
                    <a:cubicBezTo>
                      <a:pt x="0" y="5843"/>
                      <a:pt x="534" y="6543"/>
                      <a:pt x="1300" y="6710"/>
                    </a:cubicBezTo>
                    <a:cubicBezTo>
                      <a:pt x="1312" y="6607"/>
                      <a:pt x="1332" y="6507"/>
                      <a:pt x="1354" y="6406"/>
                    </a:cubicBezTo>
                    <a:cubicBezTo>
                      <a:pt x="1378" y="6308"/>
                      <a:pt x="1408" y="6210"/>
                      <a:pt x="1442" y="6115"/>
                    </a:cubicBezTo>
                    <a:cubicBezTo>
                      <a:pt x="965" y="6015"/>
                      <a:pt x="629" y="5581"/>
                      <a:pt x="654" y="5092"/>
                    </a:cubicBezTo>
                    <a:cubicBezTo>
                      <a:pt x="683" y="4568"/>
                      <a:pt x="1124" y="4157"/>
                      <a:pt x="1662" y="4157"/>
                    </a:cubicBezTo>
                    <a:lnTo>
                      <a:pt x="2999" y="4157"/>
                    </a:lnTo>
                    <a:lnTo>
                      <a:pt x="2817" y="3731"/>
                    </a:lnTo>
                    <a:cubicBezTo>
                      <a:pt x="2639" y="3312"/>
                      <a:pt x="2519" y="2661"/>
                      <a:pt x="2519" y="2108"/>
                    </a:cubicBezTo>
                    <a:lnTo>
                      <a:pt x="2519" y="1002"/>
                    </a:lnTo>
                    <a:lnTo>
                      <a:pt x="2519" y="904"/>
                    </a:lnTo>
                    <a:lnTo>
                      <a:pt x="2519" y="874"/>
                    </a:lnTo>
                    <a:cubicBezTo>
                      <a:pt x="2519" y="852"/>
                      <a:pt x="2519" y="830"/>
                      <a:pt x="2521" y="808"/>
                    </a:cubicBezTo>
                    <a:cubicBezTo>
                      <a:pt x="2521" y="796"/>
                      <a:pt x="2524" y="781"/>
                      <a:pt x="2524" y="769"/>
                    </a:cubicBezTo>
                    <a:cubicBezTo>
                      <a:pt x="2524" y="754"/>
                      <a:pt x="2526" y="735"/>
                      <a:pt x="2526" y="715"/>
                    </a:cubicBezTo>
                    <a:cubicBezTo>
                      <a:pt x="2338" y="493"/>
                      <a:pt x="2166" y="253"/>
                      <a:pt x="202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56"/>
              <p:cNvSpPr/>
              <p:nvPr/>
            </p:nvSpPr>
            <p:spPr>
              <a:xfrm>
                <a:off x="2588713" y="2577962"/>
                <a:ext cx="89684" cy="428091"/>
              </a:xfrm>
              <a:custGeom>
                <a:rect b="b" l="l" r="r" t="t"/>
                <a:pathLst>
                  <a:path extrusionOk="0" h="3031" w="635">
                    <a:moveTo>
                      <a:pt x="483" y="0"/>
                    </a:moveTo>
                    <a:cubicBezTo>
                      <a:pt x="343" y="257"/>
                      <a:pt x="182" y="504"/>
                      <a:pt x="1" y="734"/>
                    </a:cubicBezTo>
                    <a:cubicBezTo>
                      <a:pt x="15" y="869"/>
                      <a:pt x="23" y="1006"/>
                      <a:pt x="23" y="1146"/>
                    </a:cubicBezTo>
                    <a:lnTo>
                      <a:pt x="23" y="2935"/>
                    </a:lnTo>
                    <a:cubicBezTo>
                      <a:pt x="231" y="2945"/>
                      <a:pt x="434" y="2977"/>
                      <a:pt x="635" y="3030"/>
                    </a:cubicBezTo>
                    <a:lnTo>
                      <a:pt x="635" y="1146"/>
                    </a:lnTo>
                    <a:cubicBezTo>
                      <a:pt x="635" y="757"/>
                      <a:pt x="583" y="372"/>
                      <a:pt x="48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56"/>
              <p:cNvSpPr/>
              <p:nvPr/>
            </p:nvSpPr>
            <p:spPr>
              <a:xfrm>
                <a:off x="1384970" y="2991642"/>
                <a:ext cx="1206994" cy="485010"/>
              </a:xfrm>
              <a:custGeom>
                <a:rect b="b" l="l" r="r" t="t"/>
                <a:pathLst>
                  <a:path extrusionOk="0" h="3434" w="8546">
                    <a:moveTo>
                      <a:pt x="8417" y="0"/>
                    </a:moveTo>
                    <a:cubicBezTo>
                      <a:pt x="8269" y="0"/>
                      <a:pt x="8122" y="13"/>
                      <a:pt x="7975" y="38"/>
                    </a:cubicBezTo>
                    <a:cubicBezTo>
                      <a:pt x="7545" y="104"/>
                      <a:pt x="7136" y="268"/>
                      <a:pt x="6779" y="520"/>
                    </a:cubicBezTo>
                    <a:cubicBezTo>
                      <a:pt x="6340" y="828"/>
                      <a:pt x="5834" y="1024"/>
                      <a:pt x="5298" y="1056"/>
                    </a:cubicBezTo>
                    <a:cubicBezTo>
                      <a:pt x="5249" y="1061"/>
                      <a:pt x="5197" y="1066"/>
                      <a:pt x="5146" y="1073"/>
                    </a:cubicBezTo>
                    <a:cubicBezTo>
                      <a:pt x="4957" y="1103"/>
                      <a:pt x="4776" y="1164"/>
                      <a:pt x="4610" y="1257"/>
                    </a:cubicBezTo>
                    <a:cubicBezTo>
                      <a:pt x="4303" y="1428"/>
                      <a:pt x="3958" y="1508"/>
                      <a:pt x="3610" y="1508"/>
                    </a:cubicBezTo>
                    <a:cubicBezTo>
                      <a:pt x="3470" y="1508"/>
                      <a:pt x="3329" y="1495"/>
                      <a:pt x="3190" y="1470"/>
                    </a:cubicBezTo>
                    <a:cubicBezTo>
                      <a:pt x="3021" y="1439"/>
                      <a:pt x="2852" y="1424"/>
                      <a:pt x="2685" y="1424"/>
                    </a:cubicBezTo>
                    <a:cubicBezTo>
                      <a:pt x="1495" y="1424"/>
                      <a:pt x="407" y="2173"/>
                      <a:pt x="1" y="3327"/>
                    </a:cubicBezTo>
                    <a:cubicBezTo>
                      <a:pt x="59" y="3340"/>
                      <a:pt x="116" y="3348"/>
                      <a:pt x="176" y="3348"/>
                    </a:cubicBezTo>
                    <a:cubicBezTo>
                      <a:pt x="184" y="3348"/>
                      <a:pt x="193" y="3347"/>
                      <a:pt x="202" y="3347"/>
                    </a:cubicBezTo>
                    <a:lnTo>
                      <a:pt x="211" y="3347"/>
                    </a:lnTo>
                    <a:lnTo>
                      <a:pt x="2605" y="3428"/>
                    </a:lnTo>
                    <a:lnTo>
                      <a:pt x="2649" y="3428"/>
                    </a:lnTo>
                    <a:cubicBezTo>
                      <a:pt x="2761" y="3430"/>
                      <a:pt x="2893" y="3433"/>
                      <a:pt x="3035" y="3433"/>
                    </a:cubicBezTo>
                    <a:cubicBezTo>
                      <a:pt x="3578" y="3433"/>
                      <a:pt x="4266" y="3389"/>
                      <a:pt x="4524" y="3097"/>
                    </a:cubicBezTo>
                    <a:cubicBezTo>
                      <a:pt x="5078" y="2477"/>
                      <a:pt x="5488" y="2441"/>
                      <a:pt x="6176" y="2441"/>
                    </a:cubicBezTo>
                    <a:cubicBezTo>
                      <a:pt x="6221" y="2441"/>
                      <a:pt x="6267" y="2441"/>
                      <a:pt x="6313" y="2441"/>
                    </a:cubicBezTo>
                    <a:lnTo>
                      <a:pt x="6531" y="2441"/>
                    </a:lnTo>
                    <a:cubicBezTo>
                      <a:pt x="6549" y="2442"/>
                      <a:pt x="6566" y="2442"/>
                      <a:pt x="6584" y="2442"/>
                    </a:cubicBezTo>
                    <a:cubicBezTo>
                      <a:pt x="7492" y="2442"/>
                      <a:pt x="8278" y="1820"/>
                      <a:pt x="8467" y="951"/>
                    </a:cubicBezTo>
                    <a:cubicBezTo>
                      <a:pt x="8519" y="708"/>
                      <a:pt x="8546" y="461"/>
                      <a:pt x="8546" y="214"/>
                    </a:cubicBezTo>
                    <a:lnTo>
                      <a:pt x="8546" y="4"/>
                    </a:lnTo>
                    <a:cubicBezTo>
                      <a:pt x="8503" y="1"/>
                      <a:pt x="8460" y="0"/>
                      <a:pt x="8417" y="0"/>
                    </a:cubicBezTo>
                    <a:close/>
                  </a:path>
                </a:pathLst>
              </a:custGeom>
              <a:solidFill>
                <a:schemeClr val="accent2">
                  <a:alpha val="5669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56"/>
              <p:cNvSpPr/>
              <p:nvPr/>
            </p:nvSpPr>
            <p:spPr>
              <a:xfrm>
                <a:off x="1365338" y="2992348"/>
                <a:ext cx="1313062" cy="571306"/>
              </a:xfrm>
              <a:custGeom>
                <a:rect b="b" l="l" r="r" t="t"/>
                <a:pathLst>
                  <a:path extrusionOk="0" h="4045" w="9297">
                    <a:moveTo>
                      <a:pt x="8685" y="1"/>
                    </a:moveTo>
                    <a:lnTo>
                      <a:pt x="8685" y="211"/>
                    </a:lnTo>
                    <a:cubicBezTo>
                      <a:pt x="8685" y="459"/>
                      <a:pt x="8658" y="706"/>
                      <a:pt x="8604" y="948"/>
                    </a:cubicBezTo>
                    <a:cubicBezTo>
                      <a:pt x="8417" y="1820"/>
                      <a:pt x="7629" y="2440"/>
                      <a:pt x="6723" y="2440"/>
                    </a:cubicBezTo>
                    <a:cubicBezTo>
                      <a:pt x="6705" y="2440"/>
                      <a:pt x="6688" y="2439"/>
                      <a:pt x="6670" y="2439"/>
                    </a:cubicBezTo>
                    <a:cubicBezTo>
                      <a:pt x="6646" y="2438"/>
                      <a:pt x="6621" y="2438"/>
                      <a:pt x="6596" y="2438"/>
                    </a:cubicBezTo>
                    <a:cubicBezTo>
                      <a:pt x="6547" y="2438"/>
                      <a:pt x="6498" y="2439"/>
                      <a:pt x="6452" y="2439"/>
                    </a:cubicBezTo>
                    <a:cubicBezTo>
                      <a:pt x="6447" y="2439"/>
                      <a:pt x="6441" y="2439"/>
                      <a:pt x="6435" y="2439"/>
                    </a:cubicBezTo>
                    <a:cubicBezTo>
                      <a:pt x="5673" y="2439"/>
                      <a:pt x="5246" y="2441"/>
                      <a:pt x="4663" y="3095"/>
                    </a:cubicBezTo>
                    <a:cubicBezTo>
                      <a:pt x="4403" y="3388"/>
                      <a:pt x="3708" y="3433"/>
                      <a:pt x="3163" y="3433"/>
                    </a:cubicBezTo>
                    <a:cubicBezTo>
                      <a:pt x="3025" y="3433"/>
                      <a:pt x="2897" y="3430"/>
                      <a:pt x="2788" y="3428"/>
                    </a:cubicBezTo>
                    <a:lnTo>
                      <a:pt x="2744" y="3428"/>
                    </a:lnTo>
                    <a:lnTo>
                      <a:pt x="350" y="3347"/>
                    </a:lnTo>
                    <a:lnTo>
                      <a:pt x="341" y="3347"/>
                    </a:lnTo>
                    <a:cubicBezTo>
                      <a:pt x="272" y="3347"/>
                      <a:pt x="206" y="3340"/>
                      <a:pt x="140" y="3327"/>
                    </a:cubicBezTo>
                    <a:cubicBezTo>
                      <a:pt x="106" y="3423"/>
                      <a:pt x="79" y="3521"/>
                      <a:pt x="54" y="3621"/>
                    </a:cubicBezTo>
                    <a:cubicBezTo>
                      <a:pt x="32" y="3719"/>
                      <a:pt x="13" y="3822"/>
                      <a:pt x="0" y="3922"/>
                    </a:cubicBezTo>
                    <a:cubicBezTo>
                      <a:pt x="110" y="3947"/>
                      <a:pt x="223" y="3959"/>
                      <a:pt x="333" y="3959"/>
                    </a:cubicBezTo>
                    <a:lnTo>
                      <a:pt x="2725" y="4040"/>
                    </a:lnTo>
                    <a:lnTo>
                      <a:pt x="2774" y="4040"/>
                    </a:lnTo>
                    <a:cubicBezTo>
                      <a:pt x="2906" y="4042"/>
                      <a:pt x="3050" y="4045"/>
                      <a:pt x="3202" y="4045"/>
                    </a:cubicBezTo>
                    <a:cubicBezTo>
                      <a:pt x="3885" y="4045"/>
                      <a:pt x="4697" y="3976"/>
                      <a:pt x="5121" y="3504"/>
                    </a:cubicBezTo>
                    <a:cubicBezTo>
                      <a:pt x="5497" y="3079"/>
                      <a:pt x="5693" y="3050"/>
                      <a:pt x="6308" y="3050"/>
                    </a:cubicBezTo>
                    <a:cubicBezTo>
                      <a:pt x="6353" y="3050"/>
                      <a:pt x="6400" y="3051"/>
                      <a:pt x="6450" y="3051"/>
                    </a:cubicBezTo>
                    <a:lnTo>
                      <a:pt x="6653" y="3051"/>
                    </a:lnTo>
                    <a:cubicBezTo>
                      <a:pt x="6674" y="3051"/>
                      <a:pt x="6695" y="3052"/>
                      <a:pt x="6716" y="3052"/>
                    </a:cubicBezTo>
                    <a:cubicBezTo>
                      <a:pt x="7911" y="3052"/>
                      <a:pt x="8953" y="2233"/>
                      <a:pt x="9201" y="1078"/>
                    </a:cubicBezTo>
                    <a:cubicBezTo>
                      <a:pt x="9265" y="794"/>
                      <a:pt x="9297" y="503"/>
                      <a:pt x="9297" y="211"/>
                    </a:cubicBezTo>
                    <a:lnTo>
                      <a:pt x="9297" y="96"/>
                    </a:lnTo>
                    <a:cubicBezTo>
                      <a:pt x="9096" y="43"/>
                      <a:pt x="8890" y="11"/>
                      <a:pt x="8685" y="1"/>
                    </a:cubicBezTo>
                    <a:close/>
                  </a:path>
                </a:pathLst>
              </a:custGeom>
              <a:solidFill>
                <a:srgbClr val="000000">
                  <a:alpha val="598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15" name="Google Shape;615;p56"/>
            <p:cNvGrpSpPr/>
            <p:nvPr/>
          </p:nvGrpSpPr>
          <p:grpSpPr>
            <a:xfrm>
              <a:off x="1441856" y="1759188"/>
              <a:ext cx="1074799" cy="1074714"/>
              <a:chOff x="-629556" y="1478223"/>
              <a:chExt cx="852812" cy="852812"/>
            </a:xfrm>
          </p:grpSpPr>
          <p:sp>
            <p:nvSpPr>
              <p:cNvPr id="616" name="Google Shape;616;p56"/>
              <p:cNvSpPr/>
              <p:nvPr/>
            </p:nvSpPr>
            <p:spPr>
              <a:xfrm>
                <a:off x="-629556" y="1478223"/>
                <a:ext cx="852812" cy="852812"/>
              </a:xfrm>
              <a:custGeom>
                <a:rect b="b" l="l" r="r" t="t"/>
                <a:pathLst>
                  <a:path extrusionOk="0" h="29420" w="29420">
                    <a:moveTo>
                      <a:pt x="14710" y="1"/>
                    </a:moveTo>
                    <a:cubicBezTo>
                      <a:pt x="6585" y="1"/>
                      <a:pt x="1" y="6584"/>
                      <a:pt x="1" y="14710"/>
                    </a:cubicBezTo>
                    <a:cubicBezTo>
                      <a:pt x="1" y="22836"/>
                      <a:pt x="6585" y="29419"/>
                      <a:pt x="14710" y="29419"/>
                    </a:cubicBezTo>
                    <a:cubicBezTo>
                      <a:pt x="22836" y="29419"/>
                      <a:pt x="29420" y="22836"/>
                      <a:pt x="29420" y="14710"/>
                    </a:cubicBezTo>
                    <a:cubicBezTo>
                      <a:pt x="29420" y="6584"/>
                      <a:pt x="22836" y="1"/>
                      <a:pt x="147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76200">
                <a:solidFill>
                  <a:srgbClr val="020203"/>
                </a:solidFill>
                <a:prstDash val="solid"/>
                <a:miter lim="798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56"/>
              <p:cNvSpPr/>
              <p:nvPr/>
            </p:nvSpPr>
            <p:spPr>
              <a:xfrm>
                <a:off x="-358401" y="1602553"/>
                <a:ext cx="480002" cy="449647"/>
              </a:xfrm>
              <a:custGeom>
                <a:rect b="b" l="l" r="r" t="t"/>
                <a:pathLst>
                  <a:path extrusionOk="0" h="18398" w="19640">
                    <a:moveTo>
                      <a:pt x="9820" y="0"/>
                    </a:moveTo>
                    <a:cubicBezTo>
                      <a:pt x="8929" y="0"/>
                      <a:pt x="8038" y="276"/>
                      <a:pt x="7279" y="827"/>
                    </a:cubicBezTo>
                    <a:lnTo>
                      <a:pt x="2149" y="4551"/>
                    </a:lnTo>
                    <a:cubicBezTo>
                      <a:pt x="631" y="5653"/>
                      <a:pt x="0" y="7603"/>
                      <a:pt x="575" y="9384"/>
                    </a:cubicBezTo>
                    <a:lnTo>
                      <a:pt x="2541" y="15409"/>
                    </a:lnTo>
                    <a:cubicBezTo>
                      <a:pt x="3116" y="17191"/>
                      <a:pt x="4778" y="18397"/>
                      <a:pt x="6648" y="18397"/>
                    </a:cubicBezTo>
                    <a:lnTo>
                      <a:pt x="12992" y="18397"/>
                    </a:lnTo>
                    <a:cubicBezTo>
                      <a:pt x="14861" y="18397"/>
                      <a:pt x="16523" y="17199"/>
                      <a:pt x="17098" y="15409"/>
                    </a:cubicBezTo>
                    <a:lnTo>
                      <a:pt x="19056" y="9384"/>
                    </a:lnTo>
                    <a:cubicBezTo>
                      <a:pt x="19639" y="7603"/>
                      <a:pt x="19008" y="5653"/>
                      <a:pt x="17490" y="4551"/>
                    </a:cubicBezTo>
                    <a:lnTo>
                      <a:pt x="12360" y="827"/>
                    </a:lnTo>
                    <a:cubicBezTo>
                      <a:pt x="11601" y="276"/>
                      <a:pt x="10711" y="0"/>
                      <a:pt x="98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762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618" name="Google Shape;61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200" y="738950"/>
            <a:ext cx="3946450" cy="29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4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7"/>
          <p:cNvSpPr txBox="1"/>
          <p:nvPr>
            <p:ph type="title"/>
          </p:nvPr>
        </p:nvSpPr>
        <p:spPr>
          <a:xfrm>
            <a:off x="720000" y="3688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 o Desenvolvimento</a:t>
            </a:r>
            <a:endParaRPr/>
          </a:p>
        </p:txBody>
      </p:sp>
      <p:sp>
        <p:nvSpPr>
          <p:cNvPr id="624" name="Google Shape;624;p57"/>
          <p:cNvSpPr txBox="1"/>
          <p:nvPr>
            <p:ph idx="1" type="subTitle"/>
          </p:nvPr>
        </p:nvSpPr>
        <p:spPr>
          <a:xfrm>
            <a:off x="1114425" y="2762250"/>
            <a:ext cx="3007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Interfaces Gráficas</a:t>
            </a:r>
            <a:endParaRPr/>
          </a:p>
        </p:txBody>
      </p:sp>
      <p:sp>
        <p:nvSpPr>
          <p:cNvPr id="625" name="Google Shape;625;p57"/>
          <p:cNvSpPr txBox="1"/>
          <p:nvPr>
            <p:ph idx="2" type="subTitle"/>
          </p:nvPr>
        </p:nvSpPr>
        <p:spPr>
          <a:xfrm>
            <a:off x="5021652" y="2762250"/>
            <a:ext cx="3007800" cy="3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Funcionamento Geral</a:t>
            </a:r>
            <a:endParaRPr/>
          </a:p>
        </p:txBody>
      </p:sp>
      <p:sp>
        <p:nvSpPr>
          <p:cNvPr id="626" name="Google Shape;626;p57"/>
          <p:cNvSpPr txBox="1"/>
          <p:nvPr>
            <p:ph idx="3" type="subTitle"/>
          </p:nvPr>
        </p:nvSpPr>
        <p:spPr>
          <a:xfrm>
            <a:off x="5021676" y="3036500"/>
            <a:ext cx="3007800" cy="12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Classes geradas para configuração das funções dentro do jogo.</a:t>
            </a:r>
            <a:endParaRPr/>
          </a:p>
        </p:txBody>
      </p:sp>
      <p:sp>
        <p:nvSpPr>
          <p:cNvPr id="627" name="Google Shape;627;p57"/>
          <p:cNvSpPr txBox="1"/>
          <p:nvPr>
            <p:ph idx="4" type="subTitle"/>
          </p:nvPr>
        </p:nvSpPr>
        <p:spPr>
          <a:xfrm>
            <a:off x="1114450" y="3036500"/>
            <a:ext cx="3007800" cy="12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Classes geradas para implementação das janelas de jogo.</a:t>
            </a:r>
            <a:endParaRPr/>
          </a:p>
        </p:txBody>
      </p:sp>
      <p:grpSp>
        <p:nvGrpSpPr>
          <p:cNvPr id="628" name="Google Shape;628;p57"/>
          <p:cNvGrpSpPr/>
          <p:nvPr/>
        </p:nvGrpSpPr>
        <p:grpSpPr>
          <a:xfrm>
            <a:off x="2026384" y="1549730"/>
            <a:ext cx="1183922" cy="1183942"/>
            <a:chOff x="2026384" y="1549730"/>
            <a:chExt cx="1183922" cy="1183942"/>
          </a:xfrm>
        </p:grpSpPr>
        <p:grpSp>
          <p:nvGrpSpPr>
            <p:cNvPr id="629" name="Google Shape;629;p57"/>
            <p:cNvGrpSpPr/>
            <p:nvPr/>
          </p:nvGrpSpPr>
          <p:grpSpPr>
            <a:xfrm>
              <a:off x="2026384" y="1549730"/>
              <a:ext cx="1183922" cy="1183942"/>
              <a:chOff x="2026384" y="1549730"/>
              <a:chExt cx="1183922" cy="1183942"/>
            </a:xfrm>
          </p:grpSpPr>
          <p:sp>
            <p:nvSpPr>
              <p:cNvPr id="630" name="Google Shape;630;p57"/>
              <p:cNvSpPr/>
              <p:nvPr/>
            </p:nvSpPr>
            <p:spPr>
              <a:xfrm>
                <a:off x="2026384" y="1549730"/>
                <a:ext cx="1183922" cy="1183942"/>
              </a:xfrm>
              <a:custGeom>
                <a:rect b="b" l="l" r="r" t="t"/>
                <a:pathLst>
                  <a:path extrusionOk="0" h="60521" w="60520">
                    <a:moveTo>
                      <a:pt x="30254" y="894"/>
                    </a:moveTo>
                    <a:cubicBezTo>
                      <a:pt x="46458" y="894"/>
                      <a:pt x="59627" y="14062"/>
                      <a:pt x="59627" y="30254"/>
                    </a:cubicBezTo>
                    <a:cubicBezTo>
                      <a:pt x="59627" y="46459"/>
                      <a:pt x="46447" y="59627"/>
                      <a:pt x="30254" y="59627"/>
                    </a:cubicBezTo>
                    <a:cubicBezTo>
                      <a:pt x="14073" y="59627"/>
                      <a:pt x="893" y="46447"/>
                      <a:pt x="893" y="30254"/>
                    </a:cubicBezTo>
                    <a:cubicBezTo>
                      <a:pt x="893" y="14062"/>
                      <a:pt x="14062" y="894"/>
                      <a:pt x="30254" y="894"/>
                    </a:cubicBezTo>
                    <a:close/>
                    <a:moveTo>
                      <a:pt x="30254" y="1"/>
                    </a:moveTo>
                    <a:cubicBezTo>
                      <a:pt x="13573" y="1"/>
                      <a:pt x="0" y="13574"/>
                      <a:pt x="0" y="30254"/>
                    </a:cubicBezTo>
                    <a:cubicBezTo>
                      <a:pt x="0" y="46947"/>
                      <a:pt x="13573" y="60520"/>
                      <a:pt x="30254" y="60520"/>
                    </a:cubicBezTo>
                    <a:cubicBezTo>
                      <a:pt x="46947" y="60520"/>
                      <a:pt x="60520" y="46947"/>
                      <a:pt x="60520" y="30254"/>
                    </a:cubicBezTo>
                    <a:cubicBezTo>
                      <a:pt x="60520" y="13574"/>
                      <a:pt x="46935" y="1"/>
                      <a:pt x="302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57"/>
              <p:cNvSpPr/>
              <p:nvPr/>
            </p:nvSpPr>
            <p:spPr>
              <a:xfrm>
                <a:off x="2035227" y="1558357"/>
                <a:ext cx="1166473" cy="1166453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32" name="Google Shape;632;p57"/>
              <p:cNvGrpSpPr/>
              <p:nvPr/>
            </p:nvGrpSpPr>
            <p:grpSpPr>
              <a:xfrm>
                <a:off x="2121980" y="1659782"/>
                <a:ext cx="992740" cy="963358"/>
                <a:chOff x="2446425" y="1033300"/>
                <a:chExt cx="1176650" cy="1141825"/>
              </a:xfrm>
            </p:grpSpPr>
            <p:sp>
              <p:nvSpPr>
                <p:cNvPr id="633" name="Google Shape;633;p57"/>
                <p:cNvSpPr/>
                <p:nvPr/>
              </p:nvSpPr>
              <p:spPr>
                <a:xfrm>
                  <a:off x="2483625" y="1070500"/>
                  <a:ext cx="1108150" cy="1067600"/>
                </a:xfrm>
                <a:custGeom>
                  <a:rect b="b" l="l" r="r" t="t"/>
                  <a:pathLst>
                    <a:path extrusionOk="0" h="42704" w="44326">
                      <a:moveTo>
                        <a:pt x="21313" y="0"/>
                      </a:moveTo>
                      <a:cubicBezTo>
                        <a:pt x="9538" y="0"/>
                        <a:pt x="1" y="9549"/>
                        <a:pt x="1" y="21325"/>
                      </a:cubicBezTo>
                      <a:cubicBezTo>
                        <a:pt x="1" y="33100"/>
                        <a:pt x="10038" y="41994"/>
                        <a:pt x="21313" y="42649"/>
                      </a:cubicBezTo>
                      <a:cubicBezTo>
                        <a:pt x="21956" y="42685"/>
                        <a:pt x="22584" y="42703"/>
                        <a:pt x="23197" y="42703"/>
                      </a:cubicBezTo>
                      <a:cubicBezTo>
                        <a:pt x="38250" y="42703"/>
                        <a:pt x="44325" y="31820"/>
                        <a:pt x="43685" y="20277"/>
                      </a:cubicBezTo>
                      <a:cubicBezTo>
                        <a:pt x="43018" y="8525"/>
                        <a:pt x="33088" y="0"/>
                        <a:pt x="213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57"/>
                <p:cNvSpPr/>
                <p:nvPr/>
              </p:nvSpPr>
              <p:spPr>
                <a:xfrm>
                  <a:off x="2446425" y="1033300"/>
                  <a:ext cx="1176650" cy="1141825"/>
                </a:xfrm>
                <a:custGeom>
                  <a:rect b="b" l="l" r="r" t="t"/>
                  <a:pathLst>
                    <a:path extrusionOk="0" h="45673" w="47066">
                      <a:moveTo>
                        <a:pt x="22801" y="2977"/>
                      </a:moveTo>
                      <a:cubicBezTo>
                        <a:pt x="34100" y="2977"/>
                        <a:pt x="43089" y="11097"/>
                        <a:pt x="43685" y="21848"/>
                      </a:cubicBezTo>
                      <a:cubicBezTo>
                        <a:pt x="44042" y="28349"/>
                        <a:pt x="42196" y="33981"/>
                        <a:pt x="38470" y="37695"/>
                      </a:cubicBezTo>
                      <a:cubicBezTo>
                        <a:pt x="35144" y="41021"/>
                        <a:pt x="30526" y="42702"/>
                        <a:pt x="24722" y="42702"/>
                      </a:cubicBezTo>
                      <a:cubicBezTo>
                        <a:pt x="24126" y="42702"/>
                        <a:pt x="23517" y="42684"/>
                        <a:pt x="22896" y="42648"/>
                      </a:cubicBezTo>
                      <a:cubicBezTo>
                        <a:pt x="11728" y="42005"/>
                        <a:pt x="2977" y="33290"/>
                        <a:pt x="2977" y="22813"/>
                      </a:cubicBezTo>
                      <a:cubicBezTo>
                        <a:pt x="2977" y="11883"/>
                        <a:pt x="11871" y="2977"/>
                        <a:pt x="22801" y="2977"/>
                      </a:cubicBezTo>
                      <a:close/>
                      <a:moveTo>
                        <a:pt x="22801" y="0"/>
                      </a:moveTo>
                      <a:cubicBezTo>
                        <a:pt x="10228" y="0"/>
                        <a:pt x="0" y="10228"/>
                        <a:pt x="0" y="22801"/>
                      </a:cubicBezTo>
                      <a:cubicBezTo>
                        <a:pt x="0" y="28789"/>
                        <a:pt x="2441" y="34433"/>
                        <a:pt x="6882" y="38707"/>
                      </a:cubicBezTo>
                      <a:cubicBezTo>
                        <a:pt x="11169" y="42827"/>
                        <a:pt x="16788" y="45280"/>
                        <a:pt x="22718" y="45613"/>
                      </a:cubicBezTo>
                      <a:cubicBezTo>
                        <a:pt x="23372" y="45649"/>
                        <a:pt x="24015" y="45672"/>
                        <a:pt x="24658" y="45672"/>
                      </a:cubicBezTo>
                      <a:cubicBezTo>
                        <a:pt x="31231" y="45672"/>
                        <a:pt x="36707" y="43660"/>
                        <a:pt x="40577" y="39803"/>
                      </a:cubicBezTo>
                      <a:cubicBezTo>
                        <a:pt x="44911" y="35481"/>
                        <a:pt x="47066" y="29039"/>
                        <a:pt x="46661" y="21681"/>
                      </a:cubicBezTo>
                      <a:cubicBezTo>
                        <a:pt x="46340" y="15693"/>
                        <a:pt x="43637" y="10085"/>
                        <a:pt x="39148" y="6096"/>
                      </a:cubicBezTo>
                      <a:cubicBezTo>
                        <a:pt x="34731" y="2167"/>
                        <a:pt x="28921" y="0"/>
                        <a:pt x="2280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35" name="Google Shape;635;p57"/>
            <p:cNvSpPr/>
            <p:nvPr/>
          </p:nvSpPr>
          <p:spPr>
            <a:xfrm>
              <a:off x="2486917" y="1825575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6" name="Google Shape;636;p57"/>
          <p:cNvGrpSpPr/>
          <p:nvPr/>
        </p:nvGrpSpPr>
        <p:grpSpPr>
          <a:xfrm>
            <a:off x="5933622" y="1549730"/>
            <a:ext cx="1183922" cy="1183942"/>
            <a:chOff x="5933622" y="1549730"/>
            <a:chExt cx="1183922" cy="1183942"/>
          </a:xfrm>
        </p:grpSpPr>
        <p:grpSp>
          <p:nvGrpSpPr>
            <p:cNvPr id="637" name="Google Shape;637;p57"/>
            <p:cNvGrpSpPr/>
            <p:nvPr/>
          </p:nvGrpSpPr>
          <p:grpSpPr>
            <a:xfrm>
              <a:off x="5933622" y="1549730"/>
              <a:ext cx="1183922" cy="1183942"/>
              <a:chOff x="5933622" y="1549730"/>
              <a:chExt cx="1183922" cy="1183942"/>
            </a:xfrm>
          </p:grpSpPr>
          <p:sp>
            <p:nvSpPr>
              <p:cNvPr id="638" name="Google Shape;638;p57"/>
              <p:cNvSpPr/>
              <p:nvPr/>
            </p:nvSpPr>
            <p:spPr>
              <a:xfrm flipH="1">
                <a:off x="5942229" y="1558357"/>
                <a:ext cx="1166473" cy="1166453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57"/>
              <p:cNvSpPr/>
              <p:nvPr/>
            </p:nvSpPr>
            <p:spPr>
              <a:xfrm flipH="1">
                <a:off x="5933622" y="1549730"/>
                <a:ext cx="1183922" cy="1183942"/>
              </a:xfrm>
              <a:custGeom>
                <a:rect b="b" l="l" r="r" t="t"/>
                <a:pathLst>
                  <a:path extrusionOk="0" h="60521" w="60520">
                    <a:moveTo>
                      <a:pt x="30254" y="894"/>
                    </a:moveTo>
                    <a:cubicBezTo>
                      <a:pt x="46458" y="894"/>
                      <a:pt x="59627" y="14062"/>
                      <a:pt x="59627" y="30254"/>
                    </a:cubicBezTo>
                    <a:cubicBezTo>
                      <a:pt x="59627" y="46459"/>
                      <a:pt x="46447" y="59627"/>
                      <a:pt x="30254" y="59627"/>
                    </a:cubicBezTo>
                    <a:cubicBezTo>
                      <a:pt x="14073" y="59627"/>
                      <a:pt x="893" y="46447"/>
                      <a:pt x="893" y="30254"/>
                    </a:cubicBezTo>
                    <a:cubicBezTo>
                      <a:pt x="893" y="14062"/>
                      <a:pt x="14062" y="894"/>
                      <a:pt x="30254" y="894"/>
                    </a:cubicBezTo>
                    <a:close/>
                    <a:moveTo>
                      <a:pt x="30254" y="1"/>
                    </a:moveTo>
                    <a:cubicBezTo>
                      <a:pt x="13573" y="1"/>
                      <a:pt x="0" y="13574"/>
                      <a:pt x="0" y="30254"/>
                    </a:cubicBezTo>
                    <a:cubicBezTo>
                      <a:pt x="0" y="46947"/>
                      <a:pt x="13573" y="60520"/>
                      <a:pt x="30254" y="60520"/>
                    </a:cubicBezTo>
                    <a:cubicBezTo>
                      <a:pt x="46947" y="60520"/>
                      <a:pt x="60520" y="46947"/>
                      <a:pt x="60520" y="30254"/>
                    </a:cubicBezTo>
                    <a:cubicBezTo>
                      <a:pt x="60520" y="13574"/>
                      <a:pt x="46935" y="1"/>
                      <a:pt x="302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40" name="Google Shape;640;p57"/>
              <p:cNvGrpSpPr/>
              <p:nvPr/>
            </p:nvGrpSpPr>
            <p:grpSpPr>
              <a:xfrm flipH="1">
                <a:off x="6029209" y="1659782"/>
                <a:ext cx="992740" cy="963358"/>
                <a:chOff x="2446425" y="1033300"/>
                <a:chExt cx="1176650" cy="1141825"/>
              </a:xfrm>
            </p:grpSpPr>
            <p:sp>
              <p:nvSpPr>
                <p:cNvPr id="641" name="Google Shape;641;p57"/>
                <p:cNvSpPr/>
                <p:nvPr/>
              </p:nvSpPr>
              <p:spPr>
                <a:xfrm>
                  <a:off x="2483625" y="1070500"/>
                  <a:ext cx="1108150" cy="1067600"/>
                </a:xfrm>
                <a:custGeom>
                  <a:rect b="b" l="l" r="r" t="t"/>
                  <a:pathLst>
                    <a:path extrusionOk="0" h="42704" w="44326">
                      <a:moveTo>
                        <a:pt x="21313" y="0"/>
                      </a:moveTo>
                      <a:cubicBezTo>
                        <a:pt x="9538" y="0"/>
                        <a:pt x="1" y="9549"/>
                        <a:pt x="1" y="21325"/>
                      </a:cubicBezTo>
                      <a:cubicBezTo>
                        <a:pt x="1" y="33100"/>
                        <a:pt x="10038" y="41994"/>
                        <a:pt x="21313" y="42649"/>
                      </a:cubicBezTo>
                      <a:cubicBezTo>
                        <a:pt x="21956" y="42685"/>
                        <a:pt x="22584" y="42703"/>
                        <a:pt x="23197" y="42703"/>
                      </a:cubicBezTo>
                      <a:cubicBezTo>
                        <a:pt x="38250" y="42703"/>
                        <a:pt x="44325" y="31820"/>
                        <a:pt x="43685" y="20277"/>
                      </a:cubicBezTo>
                      <a:cubicBezTo>
                        <a:pt x="43018" y="8525"/>
                        <a:pt x="33088" y="0"/>
                        <a:pt x="213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57"/>
                <p:cNvSpPr/>
                <p:nvPr/>
              </p:nvSpPr>
              <p:spPr>
                <a:xfrm>
                  <a:off x="2446425" y="1033300"/>
                  <a:ext cx="1176650" cy="1141825"/>
                </a:xfrm>
                <a:custGeom>
                  <a:rect b="b" l="l" r="r" t="t"/>
                  <a:pathLst>
                    <a:path extrusionOk="0" h="45673" w="47066">
                      <a:moveTo>
                        <a:pt x="22801" y="2977"/>
                      </a:moveTo>
                      <a:cubicBezTo>
                        <a:pt x="34100" y="2977"/>
                        <a:pt x="43089" y="11097"/>
                        <a:pt x="43685" y="21848"/>
                      </a:cubicBezTo>
                      <a:cubicBezTo>
                        <a:pt x="44042" y="28349"/>
                        <a:pt x="42196" y="33981"/>
                        <a:pt x="38470" y="37695"/>
                      </a:cubicBezTo>
                      <a:cubicBezTo>
                        <a:pt x="35144" y="41021"/>
                        <a:pt x="30526" y="42702"/>
                        <a:pt x="24722" y="42702"/>
                      </a:cubicBezTo>
                      <a:cubicBezTo>
                        <a:pt x="24126" y="42702"/>
                        <a:pt x="23517" y="42684"/>
                        <a:pt x="22896" y="42648"/>
                      </a:cubicBezTo>
                      <a:cubicBezTo>
                        <a:pt x="11728" y="42005"/>
                        <a:pt x="2977" y="33290"/>
                        <a:pt x="2977" y="22813"/>
                      </a:cubicBezTo>
                      <a:cubicBezTo>
                        <a:pt x="2977" y="11883"/>
                        <a:pt x="11871" y="2977"/>
                        <a:pt x="22801" y="2977"/>
                      </a:cubicBezTo>
                      <a:close/>
                      <a:moveTo>
                        <a:pt x="22801" y="0"/>
                      </a:moveTo>
                      <a:cubicBezTo>
                        <a:pt x="10228" y="0"/>
                        <a:pt x="0" y="10228"/>
                        <a:pt x="0" y="22801"/>
                      </a:cubicBezTo>
                      <a:cubicBezTo>
                        <a:pt x="0" y="28789"/>
                        <a:pt x="2441" y="34433"/>
                        <a:pt x="6882" y="38707"/>
                      </a:cubicBezTo>
                      <a:cubicBezTo>
                        <a:pt x="11169" y="42827"/>
                        <a:pt x="16788" y="45280"/>
                        <a:pt x="22718" y="45613"/>
                      </a:cubicBezTo>
                      <a:cubicBezTo>
                        <a:pt x="23372" y="45649"/>
                        <a:pt x="24015" y="45672"/>
                        <a:pt x="24658" y="45672"/>
                      </a:cubicBezTo>
                      <a:cubicBezTo>
                        <a:pt x="31231" y="45672"/>
                        <a:pt x="36707" y="43660"/>
                        <a:pt x="40577" y="39803"/>
                      </a:cubicBezTo>
                      <a:cubicBezTo>
                        <a:pt x="44911" y="35481"/>
                        <a:pt x="47066" y="29039"/>
                        <a:pt x="46661" y="21681"/>
                      </a:cubicBezTo>
                      <a:cubicBezTo>
                        <a:pt x="46340" y="15693"/>
                        <a:pt x="43637" y="10085"/>
                        <a:pt x="39148" y="6096"/>
                      </a:cubicBezTo>
                      <a:cubicBezTo>
                        <a:pt x="34731" y="2167"/>
                        <a:pt x="28921" y="0"/>
                        <a:pt x="2280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43" name="Google Shape;643;p57"/>
            <p:cNvSpPr/>
            <p:nvPr/>
          </p:nvSpPr>
          <p:spPr>
            <a:xfrm>
              <a:off x="6168517" y="1822125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57"/>
          <p:cNvSpPr/>
          <p:nvPr/>
        </p:nvSpPr>
        <p:spPr>
          <a:xfrm>
            <a:off x="6505575" y="1771650"/>
            <a:ext cx="276300" cy="657300"/>
          </a:xfrm>
          <a:prstGeom prst="star4">
            <a:avLst>
              <a:gd fmla="val 125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9" name="Google Shape;649;p58"/>
          <p:cNvGrpSpPr/>
          <p:nvPr/>
        </p:nvGrpSpPr>
        <p:grpSpPr>
          <a:xfrm>
            <a:off x="3480271" y="926559"/>
            <a:ext cx="2247867" cy="2247829"/>
            <a:chOff x="5686721" y="1540347"/>
            <a:chExt cx="2062831" cy="2062796"/>
          </a:xfrm>
        </p:grpSpPr>
        <p:sp>
          <p:nvSpPr>
            <p:cNvPr id="650" name="Google Shape;650;p58"/>
            <p:cNvSpPr/>
            <p:nvPr/>
          </p:nvSpPr>
          <p:spPr>
            <a:xfrm>
              <a:off x="5686721" y="1540347"/>
              <a:ext cx="2062831" cy="2062796"/>
            </a:xfrm>
            <a:custGeom>
              <a:rect b="b" l="l" r="r" t="t"/>
              <a:pathLst>
                <a:path extrusionOk="0" h="59627" w="59628">
                  <a:moveTo>
                    <a:pt x="29814" y="0"/>
                  </a:moveTo>
                  <a:cubicBezTo>
                    <a:pt x="13348" y="0"/>
                    <a:pt x="1" y="13347"/>
                    <a:pt x="1" y="29813"/>
                  </a:cubicBezTo>
                  <a:cubicBezTo>
                    <a:pt x="1" y="46280"/>
                    <a:pt x="13348" y="59627"/>
                    <a:pt x="29814" y="59627"/>
                  </a:cubicBezTo>
                  <a:cubicBezTo>
                    <a:pt x="46268" y="59627"/>
                    <a:pt x="59627" y="46280"/>
                    <a:pt x="59627" y="29813"/>
                  </a:cubicBezTo>
                  <a:cubicBezTo>
                    <a:pt x="59627" y="13347"/>
                    <a:pt x="46268" y="0"/>
                    <a:pt x="2981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23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58"/>
            <p:cNvSpPr/>
            <p:nvPr/>
          </p:nvSpPr>
          <p:spPr>
            <a:xfrm>
              <a:off x="6419488" y="1588949"/>
              <a:ext cx="441605" cy="994315"/>
            </a:xfrm>
            <a:custGeom>
              <a:rect b="b" l="l" r="r" t="t"/>
              <a:pathLst>
                <a:path extrusionOk="0" h="22134" w="12765">
                  <a:moveTo>
                    <a:pt x="8526" y="0"/>
                  </a:moveTo>
                  <a:cubicBezTo>
                    <a:pt x="5633" y="0"/>
                    <a:pt x="2763" y="441"/>
                    <a:pt x="1" y="1310"/>
                  </a:cubicBezTo>
                  <a:lnTo>
                    <a:pt x="3763" y="16978"/>
                  </a:lnTo>
                  <a:lnTo>
                    <a:pt x="7931" y="22134"/>
                  </a:lnTo>
                  <a:lnTo>
                    <a:pt x="10990" y="17145"/>
                  </a:lnTo>
                  <a:lnTo>
                    <a:pt x="12764" y="310"/>
                  </a:lnTo>
                  <a:cubicBezTo>
                    <a:pt x="11360" y="107"/>
                    <a:pt x="9943" y="0"/>
                    <a:pt x="8526" y="0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8"/>
            <p:cNvSpPr/>
            <p:nvPr/>
          </p:nvSpPr>
          <p:spPr>
            <a:xfrm>
              <a:off x="6517105" y="2597674"/>
              <a:ext cx="494743" cy="950152"/>
            </a:xfrm>
            <a:custGeom>
              <a:rect b="b" l="l" r="r" t="t"/>
              <a:pathLst>
                <a:path extrusionOk="0" h="27465" w="14301">
                  <a:moveTo>
                    <a:pt x="5585" y="1"/>
                  </a:moveTo>
                  <a:lnTo>
                    <a:pt x="2263" y="5418"/>
                  </a:lnTo>
                  <a:lnTo>
                    <a:pt x="1" y="26885"/>
                  </a:lnTo>
                  <a:cubicBezTo>
                    <a:pt x="1884" y="27272"/>
                    <a:pt x="3794" y="27464"/>
                    <a:pt x="5702" y="27464"/>
                  </a:cubicBezTo>
                  <a:cubicBezTo>
                    <a:pt x="8606" y="27464"/>
                    <a:pt x="11505" y="27018"/>
                    <a:pt x="14300" y="26135"/>
                  </a:cubicBezTo>
                  <a:lnTo>
                    <a:pt x="9073" y="4322"/>
                  </a:lnTo>
                  <a:lnTo>
                    <a:pt x="5585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8"/>
            <p:cNvSpPr/>
            <p:nvPr/>
          </p:nvSpPr>
          <p:spPr>
            <a:xfrm>
              <a:off x="5724637" y="2320050"/>
              <a:ext cx="941998" cy="468797"/>
            </a:xfrm>
            <a:custGeom>
              <a:rect b="b" l="l" r="r" t="t"/>
              <a:pathLst>
                <a:path extrusionOk="0" h="13551" w="25468">
                  <a:moveTo>
                    <a:pt x="1226" y="1"/>
                  </a:moveTo>
                  <a:cubicBezTo>
                    <a:pt x="72" y="4442"/>
                    <a:pt x="0" y="9085"/>
                    <a:pt x="1024" y="13550"/>
                  </a:cubicBezTo>
                  <a:lnTo>
                    <a:pt x="20324" y="8918"/>
                  </a:lnTo>
                  <a:lnTo>
                    <a:pt x="25468" y="4751"/>
                  </a:lnTo>
                  <a:lnTo>
                    <a:pt x="21146" y="2108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8"/>
            <p:cNvSpPr/>
            <p:nvPr/>
          </p:nvSpPr>
          <p:spPr>
            <a:xfrm>
              <a:off x="6812837" y="2197725"/>
              <a:ext cx="881084" cy="465891"/>
            </a:xfrm>
            <a:custGeom>
              <a:rect b="b" l="l" r="r" t="t"/>
              <a:pathLst>
                <a:path extrusionOk="0" h="13467" w="24444">
                  <a:moveTo>
                    <a:pt x="22336" y="1"/>
                  </a:moveTo>
                  <a:lnTo>
                    <a:pt x="4334" y="4323"/>
                  </a:lnTo>
                  <a:lnTo>
                    <a:pt x="0" y="7811"/>
                  </a:lnTo>
                  <a:lnTo>
                    <a:pt x="6084" y="11538"/>
                  </a:lnTo>
                  <a:lnTo>
                    <a:pt x="24313" y="13467"/>
                  </a:lnTo>
                  <a:cubicBezTo>
                    <a:pt x="24396" y="12562"/>
                    <a:pt x="24444" y="11645"/>
                    <a:pt x="24444" y="10716"/>
                  </a:cubicBezTo>
                  <a:cubicBezTo>
                    <a:pt x="24444" y="7037"/>
                    <a:pt x="23730" y="3406"/>
                    <a:pt x="22336" y="1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8"/>
            <p:cNvSpPr/>
            <p:nvPr/>
          </p:nvSpPr>
          <p:spPr>
            <a:xfrm>
              <a:off x="5876198" y="2583248"/>
              <a:ext cx="740644" cy="826302"/>
            </a:xfrm>
            <a:custGeom>
              <a:rect b="b" l="l" r="r" t="t"/>
              <a:pathLst>
                <a:path extrusionOk="0" h="23885" w="21409">
                  <a:moveTo>
                    <a:pt x="21408" y="1"/>
                  </a:moveTo>
                  <a:lnTo>
                    <a:pt x="15943" y="1310"/>
                  </a:lnTo>
                  <a:lnTo>
                    <a:pt x="1" y="14217"/>
                  </a:lnTo>
                  <a:cubicBezTo>
                    <a:pt x="2406" y="18182"/>
                    <a:pt x="5739" y="21503"/>
                    <a:pt x="9716" y="23885"/>
                  </a:cubicBezTo>
                  <a:lnTo>
                    <a:pt x="20789" y="5835"/>
                  </a:lnTo>
                  <a:lnTo>
                    <a:pt x="21408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58"/>
            <p:cNvSpPr/>
            <p:nvPr/>
          </p:nvSpPr>
          <p:spPr>
            <a:xfrm>
              <a:off x="6761788" y="1672973"/>
              <a:ext cx="717930" cy="868918"/>
            </a:xfrm>
            <a:custGeom>
              <a:rect b="b" l="l" r="r" t="t"/>
              <a:pathLst>
                <a:path extrusionOk="0" h="21015" w="20325">
                  <a:moveTo>
                    <a:pt x="9692" y="0"/>
                  </a:moveTo>
                  <a:lnTo>
                    <a:pt x="667" y="14728"/>
                  </a:lnTo>
                  <a:lnTo>
                    <a:pt x="1" y="21015"/>
                  </a:lnTo>
                  <a:lnTo>
                    <a:pt x="6406" y="19479"/>
                  </a:lnTo>
                  <a:lnTo>
                    <a:pt x="20325" y="8215"/>
                  </a:lnTo>
                  <a:cubicBezTo>
                    <a:pt x="17491" y="4667"/>
                    <a:pt x="13848" y="1857"/>
                    <a:pt x="9692" y="0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58"/>
            <p:cNvSpPr/>
            <p:nvPr/>
          </p:nvSpPr>
          <p:spPr>
            <a:xfrm>
              <a:off x="5887337" y="1738475"/>
              <a:ext cx="717950" cy="774396"/>
            </a:xfrm>
            <a:custGeom>
              <a:rect b="b" l="l" r="r" t="t"/>
              <a:pathLst>
                <a:path extrusionOk="0" h="19372" w="20753">
                  <a:moveTo>
                    <a:pt x="8894" y="0"/>
                  </a:moveTo>
                  <a:cubicBezTo>
                    <a:pt x="5310" y="2239"/>
                    <a:pt x="2274" y="5263"/>
                    <a:pt x="0" y="8835"/>
                  </a:cubicBezTo>
                  <a:lnTo>
                    <a:pt x="16443" y="18919"/>
                  </a:lnTo>
                  <a:lnTo>
                    <a:pt x="20753" y="19372"/>
                  </a:lnTo>
                  <a:lnTo>
                    <a:pt x="19145" y="12656"/>
                  </a:lnTo>
                  <a:lnTo>
                    <a:pt x="8894" y="0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8"/>
            <p:cNvSpPr/>
            <p:nvPr/>
          </p:nvSpPr>
          <p:spPr>
            <a:xfrm>
              <a:off x="6788538" y="2568856"/>
              <a:ext cx="831664" cy="774374"/>
            </a:xfrm>
            <a:custGeom>
              <a:rect b="b" l="l" r="r" t="t"/>
              <a:pathLst>
                <a:path extrusionOk="0" h="22384" w="24040">
                  <a:moveTo>
                    <a:pt x="1" y="0"/>
                  </a:moveTo>
                  <a:lnTo>
                    <a:pt x="1227" y="5155"/>
                  </a:lnTo>
                  <a:lnTo>
                    <a:pt x="15181" y="22384"/>
                  </a:lnTo>
                  <a:cubicBezTo>
                    <a:pt x="19099" y="19348"/>
                    <a:pt x="22147" y="15347"/>
                    <a:pt x="24040" y="10775"/>
                  </a:cubicBezTo>
                  <a:lnTo>
                    <a:pt x="7811" y="8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58"/>
          <p:cNvSpPr txBox="1"/>
          <p:nvPr>
            <p:ph type="title"/>
          </p:nvPr>
        </p:nvSpPr>
        <p:spPr>
          <a:xfrm>
            <a:off x="3092500" y="146960"/>
            <a:ext cx="3023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 Gráficas</a:t>
            </a:r>
            <a:endParaRPr/>
          </a:p>
        </p:txBody>
      </p:sp>
      <p:grpSp>
        <p:nvGrpSpPr>
          <p:cNvPr id="660" name="Google Shape;660;p58"/>
          <p:cNvGrpSpPr/>
          <p:nvPr/>
        </p:nvGrpSpPr>
        <p:grpSpPr>
          <a:xfrm>
            <a:off x="3907559" y="1353972"/>
            <a:ext cx="1393003" cy="1393026"/>
            <a:chOff x="2026384" y="1549730"/>
            <a:chExt cx="1183922" cy="1183942"/>
          </a:xfrm>
        </p:grpSpPr>
        <p:grpSp>
          <p:nvGrpSpPr>
            <p:cNvPr id="661" name="Google Shape;661;p58"/>
            <p:cNvGrpSpPr/>
            <p:nvPr/>
          </p:nvGrpSpPr>
          <p:grpSpPr>
            <a:xfrm>
              <a:off x="2026384" y="1549730"/>
              <a:ext cx="1183922" cy="1183942"/>
              <a:chOff x="2026384" y="1549730"/>
              <a:chExt cx="1183922" cy="1183942"/>
            </a:xfrm>
          </p:grpSpPr>
          <p:sp>
            <p:nvSpPr>
              <p:cNvPr id="662" name="Google Shape;662;p58"/>
              <p:cNvSpPr/>
              <p:nvPr/>
            </p:nvSpPr>
            <p:spPr>
              <a:xfrm>
                <a:off x="2026384" y="1549730"/>
                <a:ext cx="1183922" cy="1183942"/>
              </a:xfrm>
              <a:custGeom>
                <a:rect b="b" l="l" r="r" t="t"/>
                <a:pathLst>
                  <a:path extrusionOk="0" h="60521" w="60520">
                    <a:moveTo>
                      <a:pt x="30254" y="894"/>
                    </a:moveTo>
                    <a:cubicBezTo>
                      <a:pt x="46458" y="894"/>
                      <a:pt x="59627" y="14062"/>
                      <a:pt x="59627" y="30254"/>
                    </a:cubicBezTo>
                    <a:cubicBezTo>
                      <a:pt x="59627" y="46459"/>
                      <a:pt x="46447" y="59627"/>
                      <a:pt x="30254" y="59627"/>
                    </a:cubicBezTo>
                    <a:cubicBezTo>
                      <a:pt x="14073" y="59627"/>
                      <a:pt x="893" y="46447"/>
                      <a:pt x="893" y="30254"/>
                    </a:cubicBezTo>
                    <a:cubicBezTo>
                      <a:pt x="893" y="14062"/>
                      <a:pt x="14062" y="894"/>
                      <a:pt x="30254" y="894"/>
                    </a:cubicBezTo>
                    <a:close/>
                    <a:moveTo>
                      <a:pt x="30254" y="1"/>
                    </a:moveTo>
                    <a:cubicBezTo>
                      <a:pt x="13573" y="1"/>
                      <a:pt x="0" y="13574"/>
                      <a:pt x="0" y="30254"/>
                    </a:cubicBezTo>
                    <a:cubicBezTo>
                      <a:pt x="0" y="46947"/>
                      <a:pt x="13573" y="60520"/>
                      <a:pt x="30254" y="60520"/>
                    </a:cubicBezTo>
                    <a:cubicBezTo>
                      <a:pt x="46947" y="60520"/>
                      <a:pt x="60520" y="46947"/>
                      <a:pt x="60520" y="30254"/>
                    </a:cubicBezTo>
                    <a:cubicBezTo>
                      <a:pt x="60520" y="13574"/>
                      <a:pt x="46935" y="1"/>
                      <a:pt x="302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07575" lIns="107575" spcFirstLastPara="1" rIns="107575" wrap="square" tIns="107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58"/>
              <p:cNvSpPr/>
              <p:nvPr/>
            </p:nvSpPr>
            <p:spPr>
              <a:xfrm>
                <a:off x="2035227" y="1558357"/>
                <a:ext cx="1166473" cy="1166453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07575" lIns="107575" spcFirstLastPara="1" rIns="107575" wrap="square" tIns="107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64" name="Google Shape;664;p58"/>
              <p:cNvGrpSpPr/>
              <p:nvPr/>
            </p:nvGrpSpPr>
            <p:grpSpPr>
              <a:xfrm>
                <a:off x="2121980" y="1659782"/>
                <a:ext cx="992740" cy="963358"/>
                <a:chOff x="2446425" y="1033300"/>
                <a:chExt cx="1176650" cy="1141825"/>
              </a:xfrm>
            </p:grpSpPr>
            <p:sp>
              <p:nvSpPr>
                <p:cNvPr id="665" name="Google Shape;665;p58"/>
                <p:cNvSpPr/>
                <p:nvPr/>
              </p:nvSpPr>
              <p:spPr>
                <a:xfrm>
                  <a:off x="2483625" y="1070500"/>
                  <a:ext cx="1108150" cy="1067600"/>
                </a:xfrm>
                <a:custGeom>
                  <a:rect b="b" l="l" r="r" t="t"/>
                  <a:pathLst>
                    <a:path extrusionOk="0" h="42704" w="44326">
                      <a:moveTo>
                        <a:pt x="21313" y="0"/>
                      </a:moveTo>
                      <a:cubicBezTo>
                        <a:pt x="9538" y="0"/>
                        <a:pt x="1" y="9549"/>
                        <a:pt x="1" y="21325"/>
                      </a:cubicBezTo>
                      <a:cubicBezTo>
                        <a:pt x="1" y="33100"/>
                        <a:pt x="10038" y="41994"/>
                        <a:pt x="21313" y="42649"/>
                      </a:cubicBezTo>
                      <a:cubicBezTo>
                        <a:pt x="21956" y="42685"/>
                        <a:pt x="22584" y="42703"/>
                        <a:pt x="23197" y="42703"/>
                      </a:cubicBezTo>
                      <a:cubicBezTo>
                        <a:pt x="38250" y="42703"/>
                        <a:pt x="44325" y="31820"/>
                        <a:pt x="43685" y="20277"/>
                      </a:cubicBezTo>
                      <a:cubicBezTo>
                        <a:pt x="43018" y="8525"/>
                        <a:pt x="33088" y="0"/>
                        <a:pt x="2131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107575" lIns="107575" spcFirstLastPara="1" rIns="107575" wrap="square" tIns="107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58"/>
                <p:cNvSpPr/>
                <p:nvPr/>
              </p:nvSpPr>
              <p:spPr>
                <a:xfrm>
                  <a:off x="2446425" y="1033300"/>
                  <a:ext cx="1176650" cy="1141825"/>
                </a:xfrm>
                <a:custGeom>
                  <a:rect b="b" l="l" r="r" t="t"/>
                  <a:pathLst>
                    <a:path extrusionOk="0" h="45673" w="47066">
                      <a:moveTo>
                        <a:pt x="22801" y="2977"/>
                      </a:moveTo>
                      <a:cubicBezTo>
                        <a:pt x="34100" y="2977"/>
                        <a:pt x="43089" y="11097"/>
                        <a:pt x="43685" y="21848"/>
                      </a:cubicBezTo>
                      <a:cubicBezTo>
                        <a:pt x="44042" y="28349"/>
                        <a:pt x="42196" y="33981"/>
                        <a:pt x="38470" y="37695"/>
                      </a:cubicBezTo>
                      <a:cubicBezTo>
                        <a:pt x="35144" y="41021"/>
                        <a:pt x="30526" y="42702"/>
                        <a:pt x="24722" y="42702"/>
                      </a:cubicBezTo>
                      <a:cubicBezTo>
                        <a:pt x="24126" y="42702"/>
                        <a:pt x="23517" y="42684"/>
                        <a:pt x="22896" y="42648"/>
                      </a:cubicBezTo>
                      <a:cubicBezTo>
                        <a:pt x="11728" y="42005"/>
                        <a:pt x="2977" y="33290"/>
                        <a:pt x="2977" y="22813"/>
                      </a:cubicBezTo>
                      <a:cubicBezTo>
                        <a:pt x="2977" y="11883"/>
                        <a:pt x="11871" y="2977"/>
                        <a:pt x="22801" y="2977"/>
                      </a:cubicBezTo>
                      <a:close/>
                      <a:moveTo>
                        <a:pt x="22801" y="0"/>
                      </a:moveTo>
                      <a:cubicBezTo>
                        <a:pt x="10228" y="0"/>
                        <a:pt x="0" y="10228"/>
                        <a:pt x="0" y="22801"/>
                      </a:cubicBezTo>
                      <a:cubicBezTo>
                        <a:pt x="0" y="28789"/>
                        <a:pt x="2441" y="34433"/>
                        <a:pt x="6882" y="38707"/>
                      </a:cubicBezTo>
                      <a:cubicBezTo>
                        <a:pt x="11169" y="42827"/>
                        <a:pt x="16788" y="45280"/>
                        <a:pt x="22718" y="45613"/>
                      </a:cubicBezTo>
                      <a:cubicBezTo>
                        <a:pt x="23372" y="45649"/>
                        <a:pt x="24015" y="45672"/>
                        <a:pt x="24658" y="45672"/>
                      </a:cubicBezTo>
                      <a:cubicBezTo>
                        <a:pt x="31231" y="45672"/>
                        <a:pt x="36707" y="43660"/>
                        <a:pt x="40577" y="39803"/>
                      </a:cubicBezTo>
                      <a:cubicBezTo>
                        <a:pt x="44911" y="35481"/>
                        <a:pt x="47066" y="29039"/>
                        <a:pt x="46661" y="21681"/>
                      </a:cubicBezTo>
                      <a:cubicBezTo>
                        <a:pt x="46340" y="15693"/>
                        <a:pt x="43637" y="10085"/>
                        <a:pt x="39148" y="6096"/>
                      </a:cubicBezTo>
                      <a:cubicBezTo>
                        <a:pt x="34731" y="2167"/>
                        <a:pt x="28921" y="0"/>
                        <a:pt x="2280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07575" lIns="107575" spcFirstLastPara="1" rIns="107575" wrap="square" tIns="10757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67" name="Google Shape;667;p58"/>
            <p:cNvSpPr/>
            <p:nvPr/>
          </p:nvSpPr>
          <p:spPr>
            <a:xfrm>
              <a:off x="2486917" y="1825575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448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7575" lIns="107575" spcFirstLastPara="1" rIns="107575" wrap="square" tIns="107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9"/>
          <p:cNvSpPr txBox="1"/>
          <p:nvPr>
            <p:ph type="title"/>
          </p:nvPr>
        </p:nvSpPr>
        <p:spPr>
          <a:xfrm>
            <a:off x="1842150" y="368825"/>
            <a:ext cx="54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Interfaces Gráficas</a:t>
            </a:r>
            <a:endParaRPr/>
          </a:p>
        </p:txBody>
      </p:sp>
      <p:sp>
        <p:nvSpPr>
          <p:cNvPr id="673" name="Google Shape;673;p59"/>
          <p:cNvSpPr txBox="1"/>
          <p:nvPr>
            <p:ph idx="1" type="subTitle"/>
          </p:nvPr>
        </p:nvSpPr>
        <p:spPr>
          <a:xfrm>
            <a:off x="2189400" y="1317325"/>
            <a:ext cx="4765200" cy="28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Janelas independentes criadas com Jpanel</a:t>
            </a:r>
            <a:endParaRPr>
              <a:highlight>
                <a:schemeClr val="dk1"/>
              </a:highlight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janela recebe por padrão uma lista com o tamanho a ser usado, e o volume atual da instância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Cada janela pode definir seu próprio tamanho, mas optamos por deixar apenas algumas com tamanhos padrões</a:t>
            </a:r>
            <a:endParaRPr/>
          </a:p>
          <a:p>
            <a:pPr indent="-361950" lvl="0" marL="457200" rtl="0" algn="ctr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/>
              <a:t>Os botões funcionam com captura de evento de clique, realizando alteração de variáveis, posições ou redirecionamento de telas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8" name="Google Shape;678;p60"/>
          <p:cNvGrpSpPr/>
          <p:nvPr/>
        </p:nvGrpSpPr>
        <p:grpSpPr>
          <a:xfrm>
            <a:off x="3480271" y="926559"/>
            <a:ext cx="2247867" cy="2247829"/>
            <a:chOff x="5686721" y="1540347"/>
            <a:chExt cx="2062831" cy="2062796"/>
          </a:xfrm>
        </p:grpSpPr>
        <p:sp>
          <p:nvSpPr>
            <p:cNvPr id="679" name="Google Shape;679;p60"/>
            <p:cNvSpPr/>
            <p:nvPr/>
          </p:nvSpPr>
          <p:spPr>
            <a:xfrm>
              <a:off x="5686721" y="1540347"/>
              <a:ext cx="2062831" cy="2062796"/>
            </a:xfrm>
            <a:custGeom>
              <a:rect b="b" l="l" r="r" t="t"/>
              <a:pathLst>
                <a:path extrusionOk="0" h="59627" w="59628">
                  <a:moveTo>
                    <a:pt x="29814" y="0"/>
                  </a:moveTo>
                  <a:cubicBezTo>
                    <a:pt x="13348" y="0"/>
                    <a:pt x="1" y="13347"/>
                    <a:pt x="1" y="29813"/>
                  </a:cubicBezTo>
                  <a:cubicBezTo>
                    <a:pt x="1" y="46280"/>
                    <a:pt x="13348" y="59627"/>
                    <a:pt x="29814" y="59627"/>
                  </a:cubicBezTo>
                  <a:cubicBezTo>
                    <a:pt x="46268" y="59627"/>
                    <a:pt x="59627" y="46280"/>
                    <a:pt x="59627" y="29813"/>
                  </a:cubicBezTo>
                  <a:cubicBezTo>
                    <a:pt x="59627" y="13347"/>
                    <a:pt x="46268" y="0"/>
                    <a:pt x="29814" y="0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22325">
              <a:solidFill>
                <a:srgbClr val="000000"/>
              </a:solidFill>
              <a:prstDash val="solid"/>
              <a:miter lim="1190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0"/>
            <p:cNvSpPr/>
            <p:nvPr/>
          </p:nvSpPr>
          <p:spPr>
            <a:xfrm>
              <a:off x="6419488" y="1588949"/>
              <a:ext cx="441605" cy="994315"/>
            </a:xfrm>
            <a:custGeom>
              <a:rect b="b" l="l" r="r" t="t"/>
              <a:pathLst>
                <a:path extrusionOk="0" h="22134" w="12765">
                  <a:moveTo>
                    <a:pt x="8526" y="0"/>
                  </a:moveTo>
                  <a:cubicBezTo>
                    <a:pt x="5633" y="0"/>
                    <a:pt x="2763" y="441"/>
                    <a:pt x="1" y="1310"/>
                  </a:cubicBezTo>
                  <a:lnTo>
                    <a:pt x="3763" y="16978"/>
                  </a:lnTo>
                  <a:lnTo>
                    <a:pt x="7931" y="22134"/>
                  </a:lnTo>
                  <a:lnTo>
                    <a:pt x="10990" y="17145"/>
                  </a:lnTo>
                  <a:lnTo>
                    <a:pt x="12764" y="310"/>
                  </a:lnTo>
                  <a:cubicBezTo>
                    <a:pt x="11360" y="107"/>
                    <a:pt x="9943" y="0"/>
                    <a:pt x="8526" y="0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0"/>
            <p:cNvSpPr/>
            <p:nvPr/>
          </p:nvSpPr>
          <p:spPr>
            <a:xfrm>
              <a:off x="6517105" y="2597674"/>
              <a:ext cx="494743" cy="950152"/>
            </a:xfrm>
            <a:custGeom>
              <a:rect b="b" l="l" r="r" t="t"/>
              <a:pathLst>
                <a:path extrusionOk="0" h="27465" w="14301">
                  <a:moveTo>
                    <a:pt x="5585" y="1"/>
                  </a:moveTo>
                  <a:lnTo>
                    <a:pt x="2263" y="5418"/>
                  </a:lnTo>
                  <a:lnTo>
                    <a:pt x="1" y="26885"/>
                  </a:lnTo>
                  <a:cubicBezTo>
                    <a:pt x="1884" y="27272"/>
                    <a:pt x="3794" y="27464"/>
                    <a:pt x="5702" y="27464"/>
                  </a:cubicBezTo>
                  <a:cubicBezTo>
                    <a:pt x="8606" y="27464"/>
                    <a:pt x="11505" y="27018"/>
                    <a:pt x="14300" y="26135"/>
                  </a:cubicBezTo>
                  <a:lnTo>
                    <a:pt x="9073" y="4322"/>
                  </a:lnTo>
                  <a:lnTo>
                    <a:pt x="5585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0"/>
            <p:cNvSpPr/>
            <p:nvPr/>
          </p:nvSpPr>
          <p:spPr>
            <a:xfrm>
              <a:off x="5724637" y="2320050"/>
              <a:ext cx="941998" cy="468797"/>
            </a:xfrm>
            <a:custGeom>
              <a:rect b="b" l="l" r="r" t="t"/>
              <a:pathLst>
                <a:path extrusionOk="0" h="13551" w="25468">
                  <a:moveTo>
                    <a:pt x="1226" y="1"/>
                  </a:moveTo>
                  <a:cubicBezTo>
                    <a:pt x="72" y="4442"/>
                    <a:pt x="0" y="9085"/>
                    <a:pt x="1024" y="13550"/>
                  </a:cubicBezTo>
                  <a:lnTo>
                    <a:pt x="20324" y="8918"/>
                  </a:lnTo>
                  <a:lnTo>
                    <a:pt x="25468" y="4751"/>
                  </a:lnTo>
                  <a:lnTo>
                    <a:pt x="21146" y="2108"/>
                  </a:lnTo>
                  <a:lnTo>
                    <a:pt x="1226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0"/>
            <p:cNvSpPr/>
            <p:nvPr/>
          </p:nvSpPr>
          <p:spPr>
            <a:xfrm>
              <a:off x="6812837" y="2197725"/>
              <a:ext cx="881084" cy="465891"/>
            </a:xfrm>
            <a:custGeom>
              <a:rect b="b" l="l" r="r" t="t"/>
              <a:pathLst>
                <a:path extrusionOk="0" h="13467" w="24444">
                  <a:moveTo>
                    <a:pt x="22336" y="1"/>
                  </a:moveTo>
                  <a:lnTo>
                    <a:pt x="4334" y="4323"/>
                  </a:lnTo>
                  <a:lnTo>
                    <a:pt x="0" y="7811"/>
                  </a:lnTo>
                  <a:lnTo>
                    <a:pt x="6084" y="11538"/>
                  </a:lnTo>
                  <a:lnTo>
                    <a:pt x="24313" y="13467"/>
                  </a:lnTo>
                  <a:cubicBezTo>
                    <a:pt x="24396" y="12562"/>
                    <a:pt x="24444" y="11645"/>
                    <a:pt x="24444" y="10716"/>
                  </a:cubicBezTo>
                  <a:cubicBezTo>
                    <a:pt x="24444" y="7037"/>
                    <a:pt x="23730" y="3406"/>
                    <a:pt x="22336" y="1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0"/>
            <p:cNvSpPr/>
            <p:nvPr/>
          </p:nvSpPr>
          <p:spPr>
            <a:xfrm>
              <a:off x="5876198" y="2583248"/>
              <a:ext cx="740644" cy="826302"/>
            </a:xfrm>
            <a:custGeom>
              <a:rect b="b" l="l" r="r" t="t"/>
              <a:pathLst>
                <a:path extrusionOk="0" h="23885" w="21409">
                  <a:moveTo>
                    <a:pt x="21408" y="1"/>
                  </a:moveTo>
                  <a:lnTo>
                    <a:pt x="15943" y="1310"/>
                  </a:lnTo>
                  <a:lnTo>
                    <a:pt x="1" y="14217"/>
                  </a:lnTo>
                  <a:cubicBezTo>
                    <a:pt x="2406" y="18182"/>
                    <a:pt x="5739" y="21503"/>
                    <a:pt x="9716" y="23885"/>
                  </a:cubicBezTo>
                  <a:lnTo>
                    <a:pt x="20789" y="5835"/>
                  </a:lnTo>
                  <a:lnTo>
                    <a:pt x="21408" y="1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0"/>
            <p:cNvSpPr/>
            <p:nvPr/>
          </p:nvSpPr>
          <p:spPr>
            <a:xfrm>
              <a:off x="6761788" y="1672973"/>
              <a:ext cx="717930" cy="868918"/>
            </a:xfrm>
            <a:custGeom>
              <a:rect b="b" l="l" r="r" t="t"/>
              <a:pathLst>
                <a:path extrusionOk="0" h="21015" w="20325">
                  <a:moveTo>
                    <a:pt x="9692" y="0"/>
                  </a:moveTo>
                  <a:lnTo>
                    <a:pt x="667" y="14728"/>
                  </a:lnTo>
                  <a:lnTo>
                    <a:pt x="1" y="21015"/>
                  </a:lnTo>
                  <a:lnTo>
                    <a:pt x="6406" y="19479"/>
                  </a:lnTo>
                  <a:lnTo>
                    <a:pt x="20325" y="8215"/>
                  </a:lnTo>
                  <a:cubicBezTo>
                    <a:pt x="17491" y="4667"/>
                    <a:pt x="13848" y="1857"/>
                    <a:pt x="9692" y="0"/>
                  </a:cubicBez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0"/>
            <p:cNvSpPr/>
            <p:nvPr/>
          </p:nvSpPr>
          <p:spPr>
            <a:xfrm>
              <a:off x="5887337" y="1738475"/>
              <a:ext cx="717950" cy="774396"/>
            </a:xfrm>
            <a:custGeom>
              <a:rect b="b" l="l" r="r" t="t"/>
              <a:pathLst>
                <a:path extrusionOk="0" h="19372" w="20753">
                  <a:moveTo>
                    <a:pt x="8894" y="0"/>
                  </a:moveTo>
                  <a:cubicBezTo>
                    <a:pt x="5310" y="2239"/>
                    <a:pt x="2274" y="5263"/>
                    <a:pt x="0" y="8835"/>
                  </a:cubicBezTo>
                  <a:lnTo>
                    <a:pt x="16443" y="18919"/>
                  </a:lnTo>
                  <a:lnTo>
                    <a:pt x="20753" y="19372"/>
                  </a:lnTo>
                  <a:lnTo>
                    <a:pt x="19145" y="12656"/>
                  </a:lnTo>
                  <a:lnTo>
                    <a:pt x="8894" y="0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0"/>
            <p:cNvSpPr/>
            <p:nvPr/>
          </p:nvSpPr>
          <p:spPr>
            <a:xfrm>
              <a:off x="6788538" y="2568856"/>
              <a:ext cx="831664" cy="774374"/>
            </a:xfrm>
            <a:custGeom>
              <a:rect b="b" l="l" r="r" t="t"/>
              <a:pathLst>
                <a:path extrusionOk="0" h="22384" w="24040">
                  <a:moveTo>
                    <a:pt x="1" y="0"/>
                  </a:moveTo>
                  <a:lnTo>
                    <a:pt x="1227" y="5155"/>
                  </a:lnTo>
                  <a:lnTo>
                    <a:pt x="15181" y="22384"/>
                  </a:lnTo>
                  <a:cubicBezTo>
                    <a:pt x="19099" y="19348"/>
                    <a:pt x="22147" y="15347"/>
                    <a:pt x="24040" y="10775"/>
                  </a:cubicBezTo>
                  <a:lnTo>
                    <a:pt x="7811" y="8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813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8" name="Google Shape;688;p60"/>
          <p:cNvSpPr txBox="1"/>
          <p:nvPr>
            <p:ph type="title"/>
          </p:nvPr>
        </p:nvSpPr>
        <p:spPr>
          <a:xfrm>
            <a:off x="2784450" y="146950"/>
            <a:ext cx="357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Funcionamento Geral</a:t>
            </a:r>
            <a:endParaRPr/>
          </a:p>
        </p:txBody>
      </p:sp>
      <p:grpSp>
        <p:nvGrpSpPr>
          <p:cNvPr id="689" name="Google Shape;689;p60"/>
          <p:cNvGrpSpPr/>
          <p:nvPr/>
        </p:nvGrpSpPr>
        <p:grpSpPr>
          <a:xfrm>
            <a:off x="3818676" y="1297133"/>
            <a:ext cx="1506660" cy="1506685"/>
            <a:chOff x="5933622" y="1549730"/>
            <a:chExt cx="1183922" cy="1183942"/>
          </a:xfrm>
        </p:grpSpPr>
        <p:grpSp>
          <p:nvGrpSpPr>
            <p:cNvPr id="690" name="Google Shape;690;p60"/>
            <p:cNvGrpSpPr/>
            <p:nvPr/>
          </p:nvGrpSpPr>
          <p:grpSpPr>
            <a:xfrm>
              <a:off x="5933622" y="1549730"/>
              <a:ext cx="1183922" cy="1183942"/>
              <a:chOff x="5933622" y="1549730"/>
              <a:chExt cx="1183922" cy="1183942"/>
            </a:xfrm>
          </p:grpSpPr>
          <p:sp>
            <p:nvSpPr>
              <p:cNvPr id="691" name="Google Shape;691;p60"/>
              <p:cNvSpPr/>
              <p:nvPr/>
            </p:nvSpPr>
            <p:spPr>
              <a:xfrm flipH="1">
                <a:off x="5942229" y="1558357"/>
                <a:ext cx="1166473" cy="1166453"/>
              </a:xfrm>
              <a:custGeom>
                <a:rect b="b" l="l" r="r" t="t"/>
                <a:pathLst>
                  <a:path extrusionOk="0" h="59627" w="59628">
                    <a:moveTo>
                      <a:pt x="29814" y="0"/>
                    </a:moveTo>
                    <a:cubicBezTo>
                      <a:pt x="13348" y="0"/>
                      <a:pt x="1" y="13347"/>
                      <a:pt x="1" y="29813"/>
                    </a:cubicBezTo>
                    <a:cubicBezTo>
                      <a:pt x="1" y="46280"/>
                      <a:pt x="13348" y="59627"/>
                      <a:pt x="29814" y="59627"/>
                    </a:cubicBezTo>
                    <a:cubicBezTo>
                      <a:pt x="46268" y="59627"/>
                      <a:pt x="59627" y="46280"/>
                      <a:pt x="59627" y="29813"/>
                    </a:cubicBezTo>
                    <a:cubicBezTo>
                      <a:pt x="59627" y="13347"/>
                      <a:pt x="46268" y="0"/>
                      <a:pt x="29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16350" lIns="116350" spcFirstLastPara="1" rIns="116350" wrap="square" tIns="11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60"/>
              <p:cNvSpPr/>
              <p:nvPr/>
            </p:nvSpPr>
            <p:spPr>
              <a:xfrm flipH="1">
                <a:off x="5933622" y="1549730"/>
                <a:ext cx="1183922" cy="1183942"/>
              </a:xfrm>
              <a:custGeom>
                <a:rect b="b" l="l" r="r" t="t"/>
                <a:pathLst>
                  <a:path extrusionOk="0" h="60521" w="60520">
                    <a:moveTo>
                      <a:pt x="30254" y="894"/>
                    </a:moveTo>
                    <a:cubicBezTo>
                      <a:pt x="46458" y="894"/>
                      <a:pt x="59627" y="14062"/>
                      <a:pt x="59627" y="30254"/>
                    </a:cubicBezTo>
                    <a:cubicBezTo>
                      <a:pt x="59627" y="46459"/>
                      <a:pt x="46447" y="59627"/>
                      <a:pt x="30254" y="59627"/>
                    </a:cubicBezTo>
                    <a:cubicBezTo>
                      <a:pt x="14073" y="59627"/>
                      <a:pt x="893" y="46447"/>
                      <a:pt x="893" y="30254"/>
                    </a:cubicBezTo>
                    <a:cubicBezTo>
                      <a:pt x="893" y="14062"/>
                      <a:pt x="14062" y="894"/>
                      <a:pt x="30254" y="894"/>
                    </a:cubicBezTo>
                    <a:close/>
                    <a:moveTo>
                      <a:pt x="30254" y="1"/>
                    </a:moveTo>
                    <a:cubicBezTo>
                      <a:pt x="13573" y="1"/>
                      <a:pt x="0" y="13574"/>
                      <a:pt x="0" y="30254"/>
                    </a:cubicBezTo>
                    <a:cubicBezTo>
                      <a:pt x="0" y="46947"/>
                      <a:pt x="13573" y="60520"/>
                      <a:pt x="30254" y="60520"/>
                    </a:cubicBezTo>
                    <a:cubicBezTo>
                      <a:pt x="46947" y="60520"/>
                      <a:pt x="60520" y="46947"/>
                      <a:pt x="60520" y="30254"/>
                    </a:cubicBezTo>
                    <a:cubicBezTo>
                      <a:pt x="60520" y="13574"/>
                      <a:pt x="46935" y="1"/>
                      <a:pt x="3025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116350" lIns="116350" spcFirstLastPara="1" rIns="116350" wrap="square" tIns="1163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3" name="Google Shape;693;p60"/>
              <p:cNvGrpSpPr/>
              <p:nvPr/>
            </p:nvGrpSpPr>
            <p:grpSpPr>
              <a:xfrm flipH="1">
                <a:off x="6029209" y="1659782"/>
                <a:ext cx="992740" cy="963358"/>
                <a:chOff x="2446425" y="1033300"/>
                <a:chExt cx="1176650" cy="1141825"/>
              </a:xfrm>
            </p:grpSpPr>
            <p:sp>
              <p:nvSpPr>
                <p:cNvPr id="694" name="Google Shape;694;p60"/>
                <p:cNvSpPr/>
                <p:nvPr/>
              </p:nvSpPr>
              <p:spPr>
                <a:xfrm>
                  <a:off x="2483625" y="1070500"/>
                  <a:ext cx="1108150" cy="1067600"/>
                </a:xfrm>
                <a:custGeom>
                  <a:rect b="b" l="l" r="r" t="t"/>
                  <a:pathLst>
                    <a:path extrusionOk="0" h="42704" w="44326">
                      <a:moveTo>
                        <a:pt x="21313" y="0"/>
                      </a:moveTo>
                      <a:cubicBezTo>
                        <a:pt x="9538" y="0"/>
                        <a:pt x="1" y="9549"/>
                        <a:pt x="1" y="21325"/>
                      </a:cubicBezTo>
                      <a:cubicBezTo>
                        <a:pt x="1" y="33100"/>
                        <a:pt x="10038" y="41994"/>
                        <a:pt x="21313" y="42649"/>
                      </a:cubicBezTo>
                      <a:cubicBezTo>
                        <a:pt x="21956" y="42685"/>
                        <a:pt x="22584" y="42703"/>
                        <a:pt x="23197" y="42703"/>
                      </a:cubicBezTo>
                      <a:cubicBezTo>
                        <a:pt x="38250" y="42703"/>
                        <a:pt x="44325" y="31820"/>
                        <a:pt x="43685" y="20277"/>
                      </a:cubicBezTo>
                      <a:cubicBezTo>
                        <a:pt x="43018" y="8525"/>
                        <a:pt x="33088" y="0"/>
                        <a:pt x="2131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116350" lIns="116350" spcFirstLastPara="1" rIns="116350" wrap="square" tIns="1163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60"/>
                <p:cNvSpPr/>
                <p:nvPr/>
              </p:nvSpPr>
              <p:spPr>
                <a:xfrm>
                  <a:off x="2446425" y="1033300"/>
                  <a:ext cx="1176650" cy="1141825"/>
                </a:xfrm>
                <a:custGeom>
                  <a:rect b="b" l="l" r="r" t="t"/>
                  <a:pathLst>
                    <a:path extrusionOk="0" h="45673" w="47066">
                      <a:moveTo>
                        <a:pt x="22801" y="2977"/>
                      </a:moveTo>
                      <a:cubicBezTo>
                        <a:pt x="34100" y="2977"/>
                        <a:pt x="43089" y="11097"/>
                        <a:pt x="43685" y="21848"/>
                      </a:cubicBezTo>
                      <a:cubicBezTo>
                        <a:pt x="44042" y="28349"/>
                        <a:pt x="42196" y="33981"/>
                        <a:pt x="38470" y="37695"/>
                      </a:cubicBezTo>
                      <a:cubicBezTo>
                        <a:pt x="35144" y="41021"/>
                        <a:pt x="30526" y="42702"/>
                        <a:pt x="24722" y="42702"/>
                      </a:cubicBezTo>
                      <a:cubicBezTo>
                        <a:pt x="24126" y="42702"/>
                        <a:pt x="23517" y="42684"/>
                        <a:pt x="22896" y="42648"/>
                      </a:cubicBezTo>
                      <a:cubicBezTo>
                        <a:pt x="11728" y="42005"/>
                        <a:pt x="2977" y="33290"/>
                        <a:pt x="2977" y="22813"/>
                      </a:cubicBezTo>
                      <a:cubicBezTo>
                        <a:pt x="2977" y="11883"/>
                        <a:pt x="11871" y="2977"/>
                        <a:pt x="22801" y="2977"/>
                      </a:cubicBezTo>
                      <a:close/>
                      <a:moveTo>
                        <a:pt x="22801" y="0"/>
                      </a:moveTo>
                      <a:cubicBezTo>
                        <a:pt x="10228" y="0"/>
                        <a:pt x="0" y="10228"/>
                        <a:pt x="0" y="22801"/>
                      </a:cubicBezTo>
                      <a:cubicBezTo>
                        <a:pt x="0" y="28789"/>
                        <a:pt x="2441" y="34433"/>
                        <a:pt x="6882" y="38707"/>
                      </a:cubicBezTo>
                      <a:cubicBezTo>
                        <a:pt x="11169" y="42827"/>
                        <a:pt x="16788" y="45280"/>
                        <a:pt x="22718" y="45613"/>
                      </a:cubicBezTo>
                      <a:cubicBezTo>
                        <a:pt x="23372" y="45649"/>
                        <a:pt x="24015" y="45672"/>
                        <a:pt x="24658" y="45672"/>
                      </a:cubicBezTo>
                      <a:cubicBezTo>
                        <a:pt x="31231" y="45672"/>
                        <a:pt x="36707" y="43660"/>
                        <a:pt x="40577" y="39803"/>
                      </a:cubicBezTo>
                      <a:cubicBezTo>
                        <a:pt x="44911" y="35481"/>
                        <a:pt x="47066" y="29039"/>
                        <a:pt x="46661" y="21681"/>
                      </a:cubicBezTo>
                      <a:cubicBezTo>
                        <a:pt x="46340" y="15693"/>
                        <a:pt x="43637" y="10085"/>
                        <a:pt x="39148" y="6096"/>
                      </a:cubicBezTo>
                      <a:cubicBezTo>
                        <a:pt x="34731" y="2167"/>
                        <a:pt x="28921" y="0"/>
                        <a:pt x="22801" y="0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16350" lIns="116350" spcFirstLastPara="1" rIns="116350" wrap="square" tIns="1163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696" name="Google Shape;696;p60"/>
            <p:cNvSpPr/>
            <p:nvPr/>
          </p:nvSpPr>
          <p:spPr>
            <a:xfrm>
              <a:off x="6168517" y="1822125"/>
              <a:ext cx="480002" cy="449647"/>
            </a:xfrm>
            <a:custGeom>
              <a:rect b="b" l="l" r="r" t="t"/>
              <a:pathLst>
                <a:path extrusionOk="0" h="18398" w="19640">
                  <a:moveTo>
                    <a:pt x="9820" y="0"/>
                  </a:moveTo>
                  <a:cubicBezTo>
                    <a:pt x="8929" y="0"/>
                    <a:pt x="8038" y="276"/>
                    <a:pt x="7279" y="827"/>
                  </a:cubicBezTo>
                  <a:lnTo>
                    <a:pt x="2149" y="4551"/>
                  </a:lnTo>
                  <a:cubicBezTo>
                    <a:pt x="631" y="5653"/>
                    <a:pt x="0" y="7603"/>
                    <a:pt x="575" y="9384"/>
                  </a:cubicBezTo>
                  <a:lnTo>
                    <a:pt x="2541" y="15409"/>
                  </a:lnTo>
                  <a:cubicBezTo>
                    <a:pt x="3116" y="17191"/>
                    <a:pt x="4778" y="18397"/>
                    <a:pt x="6648" y="18397"/>
                  </a:cubicBezTo>
                  <a:lnTo>
                    <a:pt x="12992" y="18397"/>
                  </a:lnTo>
                  <a:cubicBezTo>
                    <a:pt x="14861" y="18397"/>
                    <a:pt x="16523" y="17199"/>
                    <a:pt x="17098" y="15409"/>
                  </a:cubicBezTo>
                  <a:lnTo>
                    <a:pt x="19056" y="9384"/>
                  </a:lnTo>
                  <a:cubicBezTo>
                    <a:pt x="19639" y="7603"/>
                    <a:pt x="19008" y="5653"/>
                    <a:pt x="17490" y="4551"/>
                  </a:cubicBezTo>
                  <a:lnTo>
                    <a:pt x="12360" y="827"/>
                  </a:lnTo>
                  <a:cubicBezTo>
                    <a:pt x="11601" y="276"/>
                    <a:pt x="10711" y="0"/>
                    <a:pt x="982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484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350" lIns="116350" spcFirstLastPara="1" rIns="116350" wrap="square" tIns="1163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1"/>
          <p:cNvSpPr txBox="1"/>
          <p:nvPr>
            <p:ph type="title"/>
          </p:nvPr>
        </p:nvSpPr>
        <p:spPr>
          <a:xfrm>
            <a:off x="1842150" y="368825"/>
            <a:ext cx="5459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Funcionamento Geral</a:t>
            </a:r>
            <a:endParaRPr/>
          </a:p>
        </p:txBody>
      </p:sp>
      <p:sp>
        <p:nvSpPr>
          <p:cNvPr id="702" name="Google Shape;702;p61"/>
          <p:cNvSpPr txBox="1"/>
          <p:nvPr>
            <p:ph idx="1" type="subTitle"/>
          </p:nvPr>
        </p:nvSpPr>
        <p:spPr>
          <a:xfrm>
            <a:off x="2189400" y="1317325"/>
            <a:ext cx="4765200" cy="289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Classes, Interfaces e Enum se juntam para configurar Volume, Tamanho das telas e ação das cartas</a:t>
            </a:r>
            <a:endParaRPr>
              <a:highlight>
                <a:schemeClr val="dk1"/>
              </a:highlight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Faz a comunicação das interfaces com o jogador, possibilitando experiência dinâmica e intuitiva, não sendo diretamente visível ao usuário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Realiza contagem de dano; Aplicação de efeitos; Contagem de turno e tempo, bem como outras funcionalidades necessárias para uma gameplay.</a:t>
            </a:r>
            <a:endParaRPr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mpostors Among Crewmates XL | by Slidesgo">
  <a:themeElements>
    <a:clrScheme name="Simple Light">
      <a:dk1>
        <a:srgbClr val="081D32"/>
      </a:dk1>
      <a:lt1>
        <a:srgbClr val="FFFFFF"/>
      </a:lt1>
      <a:dk2>
        <a:srgbClr val="B4DEFF"/>
      </a:dk2>
      <a:lt2>
        <a:srgbClr val="53FDD8"/>
      </a:lt2>
      <a:accent1>
        <a:srgbClr val="F7F169"/>
      </a:accent1>
      <a:accent2>
        <a:srgbClr val="60EF01"/>
      </a:accent2>
      <a:accent3>
        <a:srgbClr val="6A79FF"/>
      </a:accent3>
      <a:accent4>
        <a:srgbClr val="E852BE"/>
      </a:accent4>
      <a:accent5>
        <a:srgbClr val="EB8000"/>
      </a:accent5>
      <a:accent6>
        <a:srgbClr val="C62A00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